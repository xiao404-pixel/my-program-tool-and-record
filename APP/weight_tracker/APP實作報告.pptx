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56" r:id="rId5"/>
    <p:sldId id="258" r:id="rId6"/>
    <p:sldId id="283" r:id="rId7"/>
    <p:sldId id="284" r:id="rId8"/>
    <p:sldId id="285" r:id="rId9"/>
    <p:sldId id="311" r:id="rId10"/>
    <p:sldId id="286" r:id="rId11"/>
    <p:sldId id="310" r:id="rId12"/>
  </p:sldIdLst>
  <p:sldSz cx="12192000" cy="6858000"/>
  <p:notesSz cx="6858000" cy="9144000"/>
  <p:defaultTextStyle>
    <a:defPPr rtl="0"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B8BF"/>
    <a:srgbClr val="5869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717" autoAdjust="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6540" y="16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51A50702-3C68-4B14-B819-72B57D27F9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EF0F4880-E690-44D0-8356-A9E7BDBAB0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0364D4E-7422-40C5-B104-A8045DE1D334}" type="datetime1">
              <a:rPr lang="zh-TW" altLang="en-US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2026/6/17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6B4ACF6-39FD-4B08-A7D5-5BFDC37B46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F7C9FD2-2C57-4DE7-8EA4-86DEE80B98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0AC623C-86E0-4A85-83FB-F4A716956FD4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‹#›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9395559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008CA673-C202-4825-8824-38BE53AF95B4}" type="datetime1">
              <a:rPr lang="zh-TW" altLang="en-US" noProof="0" smtClean="0"/>
              <a:t>2026/6/17</a:t>
            </a:fld>
            <a:endParaRPr lang="zh-TW" altLang="en-US" noProof="0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TW" altLang="en-US" noProof="0" dirty="0"/>
              <a:t>按一下以編輯母片文字樣式</a:t>
            </a:r>
          </a:p>
          <a:p>
            <a:pPr lvl="1" rtl="0"/>
            <a:r>
              <a:rPr lang="zh-TW" altLang="en-US" noProof="0" dirty="0"/>
              <a:t>第二層</a:t>
            </a:r>
          </a:p>
          <a:p>
            <a:pPr lvl="2" rtl="0"/>
            <a:r>
              <a:rPr lang="zh-TW" altLang="en-US" noProof="0" dirty="0"/>
              <a:t>第三層</a:t>
            </a:r>
          </a:p>
          <a:p>
            <a:pPr lvl="3" rtl="0"/>
            <a:r>
              <a:rPr lang="zh-TW" altLang="en-US" noProof="0" dirty="0"/>
              <a:t>第四層</a:t>
            </a:r>
          </a:p>
          <a:p>
            <a:pPr lvl="4" rtl="0"/>
            <a:r>
              <a:rPr lang="zh-TW" altLang="en-US" noProof="0" dirty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C37D7554-D10C-4E29-B8E6-BB7111FA614F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351734705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37D7554-D10C-4E29-B8E6-BB7111FA614F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630868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37D7554-D10C-4E29-B8E6-BB7111FA614F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105165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D52DD-DD81-1827-99CC-47C4B8FA5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8C2250C-FE05-41DA-7FED-EBFC8CBB3D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66F487C-AB27-AE26-76B2-4CD08E789F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9E345A2-240C-B75F-5BF3-E4761C9406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37D7554-D10C-4E29-B8E6-BB7111FA614F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829264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FBC6E-EC60-EA31-C8DC-85E26498A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5C65A3F-3073-6E06-52E7-D7EF472E38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51C93B7-C111-8BCD-2886-9326EDBBF1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0711E27-FA8F-7A6A-410D-4E9E4B4E3E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37D7554-D10C-4E29-B8E6-BB7111FA614F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4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445210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E4C24-1F54-F5FD-3D3C-A30802ACE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4912DA6-132A-6409-1AD8-D702E2CD3F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50B8AB8-B9B2-AB52-42C4-EAB6C7223D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C8DE948-4647-7E17-EE9E-73198CDADE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37D7554-D10C-4E29-B8E6-BB7111FA614F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5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268528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05EF1-2659-EF29-238C-38BE2B204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8F44AA9-D27A-460C-0CEF-3A8AD8A599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F13E97F-BE4C-82D2-11C8-258164DC9E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AD46E1D-F5C6-03FD-089D-E843919F17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37D7554-D10C-4E29-B8E6-BB7111FA614F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6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692446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3F222-335B-19EC-783E-1F4A3A849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1EBE800-FD68-5112-E626-1CE228BA82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E75D62D-947E-F849-04DE-D42B660F48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10789A0-90D4-D7A3-11B2-6273AF42B9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37D7554-D10C-4E29-B8E6-BB7111FA614F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7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666977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6832C-9EFB-C75F-F010-8D9A60967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466FD41-CA7D-0680-268A-BC2463CBC1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C5435EC-7F37-9ABC-4D3D-3A580FC86A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0A38EEB-8782-42D7-70F2-E3770B2732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475197-EF76-48B8-96B8-921BFA77342C}" type="slidenum">
              <a:rPr lang="en-US" altLang="zh-TW" smtClean="0"/>
              <a:pPr/>
              <a:t>8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89406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職稱 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065C9C5B-BBA9-42AB-806E-92FC22E19CBA}"/>
              </a:ext>
            </a:extLst>
          </p:cNvPr>
          <p:cNvSpPr/>
          <p:nvPr userDrawn="1"/>
        </p:nvSpPr>
        <p:spPr>
          <a:xfrm>
            <a:off x="-1" y="0"/>
            <a:ext cx="903746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latin typeface="Microsoft JhengHei UI Light" panose="020B0304030504040204" pitchFamily="34" charset="-120"/>
              <a:ea typeface="Microsoft JhengHei UI Light" panose="020B0304030504040204" pitchFamily="34" charset="-120"/>
            </a:endParaRPr>
          </a:p>
        </p:txBody>
      </p:sp>
      <p:sp>
        <p:nvSpPr>
          <p:cNvPr id="11" name="圖片版面配置區 10">
            <a:extLst>
              <a:ext uri="{FF2B5EF4-FFF2-40B4-BE49-F238E27FC236}">
                <a16:creationId xmlns:a16="http://schemas.microsoft.com/office/drawing/2014/main" id="{AF30CF48-DD5D-4C81-BA7E-470DCBA61E6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476500" y="622103"/>
            <a:ext cx="9715500" cy="3720928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按一下以新增相片</a:t>
            </a:r>
          </a:p>
        </p:txBody>
      </p:sp>
      <p:cxnSp>
        <p:nvCxnSpPr>
          <p:cNvPr id="15" name="直線接點​​(S) 14">
            <a:extLst>
              <a:ext uri="{FF2B5EF4-FFF2-40B4-BE49-F238E27FC236}">
                <a16:creationId xmlns:a16="http://schemas.microsoft.com/office/drawing/2014/main" id="{E7E08E4E-686B-490D-8EA1-DDC9F1BC7C24}"/>
              </a:ext>
            </a:extLst>
          </p:cNvPr>
          <p:cNvCxnSpPr>
            <a:cxnSpLocks/>
          </p:cNvCxnSpPr>
          <p:nvPr userDrawn="1"/>
        </p:nvCxnSpPr>
        <p:spPr>
          <a:xfrm>
            <a:off x="739466" y="0"/>
            <a:ext cx="0" cy="6187736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字版面配置區 12">
            <a:extLst>
              <a:ext uri="{FF2B5EF4-FFF2-40B4-BE49-F238E27FC236}">
                <a16:creationId xmlns:a16="http://schemas.microsoft.com/office/drawing/2014/main" id="{C78B2B3F-3573-4632-872A-ADB36AF412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59337" y="5779363"/>
            <a:ext cx="2459114" cy="685430"/>
          </a:xfrm>
          <a:prstGeom prst="rect">
            <a:avLst/>
          </a:prstGeom>
        </p:spPr>
        <p:txBody>
          <a:bodyPr rtlCol="0" anchor="ctr"/>
          <a:lstStyle>
            <a:lvl1pPr marL="0" indent="0" algn="r">
              <a:lnSpc>
                <a:spcPct val="80000"/>
              </a:lnSpc>
              <a:spcBef>
                <a:spcPts val="0"/>
              </a:spcBef>
              <a:buNone/>
              <a:defRPr sz="1800" spc="100" baseline="0">
                <a:solidFill>
                  <a:schemeClr val="accent5">
                    <a:lumMod val="20000"/>
                    <a:lumOff val="8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按一下以新增姓名</a:t>
            </a:r>
          </a:p>
        </p:txBody>
      </p:sp>
      <p:sp>
        <p:nvSpPr>
          <p:cNvPr id="12" name="文字版面配置區 12">
            <a:extLst>
              <a:ext uri="{FF2B5EF4-FFF2-40B4-BE49-F238E27FC236}">
                <a16:creationId xmlns:a16="http://schemas.microsoft.com/office/drawing/2014/main" id="{6FF5EE2F-D68A-4C3C-A342-4C0CE6CE20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299663" y="5791178"/>
            <a:ext cx="2459114" cy="685429"/>
          </a:xfrm>
          <a:prstGeom prst="rect">
            <a:avLst/>
          </a:prstGeom>
        </p:spPr>
        <p:txBody>
          <a:bodyPr rtlCol="0" anchor="ctr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1600" cap="all" spc="100" baseline="0">
                <a:solidFill>
                  <a:schemeClr val="accent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按一下以新增日期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D52DB723-8435-4F35-BF55-AFB7DC8FD4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5205" y="4965134"/>
            <a:ext cx="4333088" cy="1596004"/>
          </a:xfrm>
          <a:prstGeom prst="rect">
            <a:avLst/>
          </a:prstGeom>
        </p:spPr>
        <p:txBody>
          <a:bodyPr rtlCol="0" anchor="ctr"/>
          <a:lstStyle>
            <a:lvl1pPr>
              <a:lnSpc>
                <a:spcPct val="80000"/>
              </a:lnSpc>
              <a:defRPr sz="5000" spc="100" baseline="0">
                <a:solidFill>
                  <a:schemeClr val="accent5">
                    <a:lumMod val="20000"/>
                    <a:lumOff val="8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 dirty="0"/>
              <a:t>按一下以新增標題</a:t>
            </a:r>
          </a:p>
        </p:txBody>
      </p:sp>
    </p:spTree>
    <p:extLst>
      <p:ext uri="{BB962C8B-B14F-4D97-AF65-F5344CB8AC3E}">
        <p14:creationId xmlns:p14="http://schemas.microsoft.com/office/powerpoint/2010/main" val="2167580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議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圖片版面配置區 9">
            <a:extLst>
              <a:ext uri="{FF2B5EF4-FFF2-40B4-BE49-F238E27FC236}">
                <a16:creationId xmlns:a16="http://schemas.microsoft.com/office/drawing/2014/main" id="{FF5ED5F1-A62B-4555-807E-91FAE1443CC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r>
              <a:rPr lang="zh-TW" altLang="en-US" noProof="0" dirty="0"/>
              <a:t>按一下以新增相片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A9D60F5-07EA-4D8F-AAFA-0F48CB785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en-US" altLang="zh-TW" noProof="0"/>
              <a:t>20XX/8/05</a:t>
            </a:r>
            <a:endParaRPr lang="zh-TW" altLang="en-US" noProof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3ED4C42-D293-4981-BA06-A4638BEE1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zh-TW" altLang="en-US" noProof="0"/>
              <a:t>會議簡報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73E9D98-F221-47DC-AE55-8165BB7A3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18D65601-5AE2-46FC-B138-694DDD2B510D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16" name="內容版面配置區 15">
            <a:extLst>
              <a:ext uri="{FF2B5EF4-FFF2-40B4-BE49-F238E27FC236}">
                <a16:creationId xmlns:a16="http://schemas.microsoft.com/office/drawing/2014/main" id="{94C3D64C-77F6-4601-B573-9A9B6E23BB60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675242" y="2051170"/>
            <a:ext cx="5362575" cy="3532188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 spc="100" baseline="0"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DBCD17CD-E6D2-4329-B271-1E59AA986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5242" y="1418953"/>
            <a:ext cx="5362575" cy="495691"/>
          </a:xfrm>
          <a:prstGeom prst="rect">
            <a:avLst/>
          </a:prstGeom>
        </p:spPr>
        <p:txBody>
          <a:bodyPr rtlCol="0" anchor="ctr"/>
          <a:lstStyle>
            <a:lvl1pPr>
              <a:defRPr lang="en-US" sz="2400" spc="100" baseline="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</a:lstStyle>
          <a:p>
            <a:pPr marL="0" lvl="0" indent="0" rtl="0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783684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認識簡報者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圖片版面配置區 10">
            <a:extLst>
              <a:ext uri="{FF2B5EF4-FFF2-40B4-BE49-F238E27FC236}">
                <a16:creationId xmlns:a16="http://schemas.microsoft.com/office/drawing/2014/main" id="{CD5AE0D9-6B20-4F29-A35B-2A00C25FF84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482906" y="0"/>
            <a:ext cx="4635426" cy="6857999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按一下以新增相片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2CC56C8-D828-4A31-A5B9-CF1AEFA70D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71846" y="6356350"/>
            <a:ext cx="2743200" cy="365125"/>
          </a:xfrm>
        </p:spPr>
        <p:txBody>
          <a:bodyPr rtlCol="0"/>
          <a:lstStyle>
            <a:lvl1pPr>
              <a:defRPr>
                <a:solidFill>
                  <a:schemeClr val="accent5">
                    <a:lumMod val="20000"/>
                    <a:lumOff val="8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en-US" altLang="zh-TW" noProof="0"/>
              <a:t>20XX/8/05</a:t>
            </a:r>
            <a:endParaRPr lang="zh-TW" altLang="en-US" noProof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E0B0264-B3C3-46A0-80DD-67C59DB2A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19230" y="6356350"/>
            <a:ext cx="3152912" cy="365125"/>
          </a:xfrm>
        </p:spPr>
        <p:txBody>
          <a:bodyPr rtlCol="0"/>
          <a:lstStyle>
            <a:lvl1pPr algn="l">
              <a:defRPr>
                <a:solidFill>
                  <a:schemeClr val="accent6">
                    <a:lumMod val="75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zh-TW" altLang="en-US" noProof="0"/>
              <a:t>會議簡報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85D3C3B-0FFE-494C-B4AC-477B6A9DA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0344" y="6356350"/>
            <a:ext cx="843455" cy="365125"/>
          </a:xfrm>
        </p:spPr>
        <p:txBody>
          <a:bodyPr rtlCol="0"/>
          <a:lstStyle>
            <a:lvl1pPr>
              <a:defRPr>
                <a:solidFill>
                  <a:schemeClr val="accent6">
                    <a:lumMod val="75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18D65601-5AE2-46FC-B138-694DDD2B510D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10" name="文字版面配置區 12">
            <a:extLst>
              <a:ext uri="{FF2B5EF4-FFF2-40B4-BE49-F238E27FC236}">
                <a16:creationId xmlns:a16="http://schemas.microsoft.com/office/drawing/2014/main" id="{1285A10A-1880-4D4E-A99B-1C19043F2A6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50189" y="2396358"/>
            <a:ext cx="3266975" cy="326687"/>
          </a:xfrm>
          <a:prstGeom prst="rect">
            <a:avLst/>
          </a:prstGeom>
        </p:spPr>
        <p:txBody>
          <a:bodyPr rtlCol="0" anchor="ctr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1600" b="1" spc="100" baseline="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按一下以新增姓名</a:t>
            </a:r>
          </a:p>
        </p:txBody>
      </p:sp>
      <p:sp>
        <p:nvSpPr>
          <p:cNvPr id="11" name="內容版面配置區 15">
            <a:extLst>
              <a:ext uri="{FF2B5EF4-FFF2-40B4-BE49-F238E27FC236}">
                <a16:creationId xmlns:a16="http://schemas.microsoft.com/office/drawing/2014/main" id="{624F1FC7-2617-499A-8CB8-B61FC7D9B7B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749508" y="2756830"/>
            <a:ext cx="4834569" cy="2384195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  <a:defRPr sz="1400" spc="100" baseline="0"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cxnSp>
        <p:nvCxnSpPr>
          <p:cNvPr id="13" name="直線接點​​(S) 12">
            <a:extLst>
              <a:ext uri="{FF2B5EF4-FFF2-40B4-BE49-F238E27FC236}">
                <a16:creationId xmlns:a16="http://schemas.microsoft.com/office/drawing/2014/main" id="{0B169A36-7DEF-42D4-850F-59A3233FD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834" y="0"/>
            <a:ext cx="0" cy="2757488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​​(S) 13">
            <a:extLst>
              <a:ext uri="{FF2B5EF4-FFF2-40B4-BE49-F238E27FC236}">
                <a16:creationId xmlns:a16="http://schemas.microsoft.com/office/drawing/2014/main" id="{6CADB6D5-97B3-42ED-B8C7-5AD951CB8F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734009" y="2551471"/>
            <a:ext cx="4457991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>
            <a:extLst>
              <a:ext uri="{FF2B5EF4-FFF2-40B4-BE49-F238E27FC236}">
                <a16:creationId xmlns:a16="http://schemas.microsoft.com/office/drawing/2014/main" id="{A9B7B60A-1B6C-4E40-94D7-AE1BD3712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810973" y="4189152"/>
            <a:ext cx="3121302" cy="469478"/>
          </a:xfrm>
          <a:prstGeom prst="rect">
            <a:avLst/>
          </a:prstGeom>
        </p:spPr>
        <p:txBody>
          <a:bodyPr rtlCol="0" anchor="ctr"/>
          <a:lstStyle>
            <a:lvl1pPr algn="r">
              <a:defRPr lang="en-US" sz="2400" spc="100" baseline="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</a:lstStyle>
          <a:p>
            <a:pPr marL="0" lvl="0" indent="0" algn="r" rtl="0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23485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EBFE3E-14BB-4DC6-A806-1E62C1D24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3137" y="1360309"/>
            <a:ext cx="2909309" cy="657882"/>
          </a:xfrm>
          <a:prstGeom prst="rect">
            <a:avLst/>
          </a:prstGeom>
        </p:spPr>
        <p:txBody>
          <a:bodyPr rtlCol="0" anchor="ctr"/>
          <a:lstStyle>
            <a:lvl1pPr>
              <a:defRPr lang="en-US" sz="2400" spc="100" baseline="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</a:lstStyle>
          <a:p>
            <a:pPr marL="0" lvl="0" indent="0" rtl="0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  <p:sp>
        <p:nvSpPr>
          <p:cNvPr id="8" name="圖片版面配置區 10">
            <a:extLst>
              <a:ext uri="{FF2B5EF4-FFF2-40B4-BE49-F238E27FC236}">
                <a16:creationId xmlns:a16="http://schemas.microsoft.com/office/drawing/2014/main" id="{EFD7EF65-6DE9-4029-B3A0-F08E11BC9E5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2795752"/>
            <a:ext cx="12192000" cy="4062247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按一下以新增相片</a:t>
            </a:r>
          </a:p>
        </p:txBody>
      </p:sp>
      <p:sp>
        <p:nvSpPr>
          <p:cNvPr id="10" name="內容版面配置區 15">
            <a:extLst>
              <a:ext uri="{FF2B5EF4-FFF2-40B4-BE49-F238E27FC236}">
                <a16:creationId xmlns:a16="http://schemas.microsoft.com/office/drawing/2014/main" id="{123B9F8E-DAD6-45B2-B55B-B070484318C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109845" y="1075509"/>
            <a:ext cx="5293260" cy="1408770"/>
          </a:xfrm>
          <a:prstGeom prst="rect">
            <a:avLst/>
          </a:prstGeom>
        </p:spPr>
        <p:txBody>
          <a:bodyPr rtlCol="0" anchor="ctr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spc="100" baseline="0"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3CF9177-0C51-4496-B5AE-7ED4F8F3A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en-US" altLang="zh-TW" noProof="0"/>
              <a:t>20XX/8/05</a:t>
            </a:r>
            <a:endParaRPr lang="zh-TW" altLang="en-US" noProof="0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57A035F-C837-4CCA-BB19-CE656F057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zh-TW" altLang="en-US" noProof="0"/>
              <a:t>會議簡報</a:t>
            </a: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FE2F927-F23D-4ABB-BEC9-11C2CC69D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18D65601-5AE2-46FC-B138-694DDD2B510D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cxnSp>
        <p:nvCxnSpPr>
          <p:cNvPr id="12" name="直線接點​​(S) 11">
            <a:extLst>
              <a:ext uri="{FF2B5EF4-FFF2-40B4-BE49-F238E27FC236}">
                <a16:creationId xmlns:a16="http://schemas.microsoft.com/office/drawing/2014/main" id="{95244728-2BE1-4CB4-A19E-903E75BD82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689250"/>
            <a:ext cx="1606378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6271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分組問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線接點​​(S) 7">
            <a:extLst>
              <a:ext uri="{FF2B5EF4-FFF2-40B4-BE49-F238E27FC236}">
                <a16:creationId xmlns:a16="http://schemas.microsoft.com/office/drawing/2014/main" id="{B0109947-4B08-4C56-B65B-A6FDFEF47D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510815"/>
            <a:ext cx="12192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​​(S) 8">
            <a:extLst>
              <a:ext uri="{FF2B5EF4-FFF2-40B4-BE49-F238E27FC236}">
                <a16:creationId xmlns:a16="http://schemas.microsoft.com/office/drawing/2014/main" id="{C387A38D-E82D-42F1-A188-30F49DD50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39785" y="0"/>
            <a:ext cx="0" cy="25146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圖片版面配置區 10">
            <a:extLst>
              <a:ext uri="{FF2B5EF4-FFF2-40B4-BE49-F238E27FC236}">
                <a16:creationId xmlns:a16="http://schemas.microsoft.com/office/drawing/2014/main" id="{1205ABD4-5AFD-4B99-8836-D12AA42FCCE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82510" y="0"/>
            <a:ext cx="7609489" cy="685800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按一下以新增相片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F080A53F-EFDF-40A3-B9E3-58EB0D3F3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en-US" altLang="zh-TW" noProof="0"/>
              <a:t>20XX/8/05</a:t>
            </a:r>
            <a:endParaRPr lang="zh-TW" altLang="en-US" noProof="0"/>
          </a:p>
        </p:txBody>
      </p:sp>
      <p:sp>
        <p:nvSpPr>
          <p:cNvPr id="14" name="內容版面配置區 15">
            <a:extLst>
              <a:ext uri="{FF2B5EF4-FFF2-40B4-BE49-F238E27FC236}">
                <a16:creationId xmlns:a16="http://schemas.microsoft.com/office/drawing/2014/main" id="{F547C10E-8A59-4B22-ADF0-994850F759D0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017111" y="2906895"/>
            <a:ext cx="4606159" cy="2221291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 spc="100" baseline="0"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15" name="頁尾版面配置區 4">
            <a:extLst>
              <a:ext uri="{FF2B5EF4-FFF2-40B4-BE49-F238E27FC236}">
                <a16:creationId xmlns:a16="http://schemas.microsoft.com/office/drawing/2014/main" id="{79DE00E7-8296-408A-905C-ECBA407C8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19230" y="6356350"/>
            <a:ext cx="3152912" cy="365125"/>
          </a:xfrm>
        </p:spPr>
        <p:txBody>
          <a:bodyPr rtlCol="0"/>
          <a:lstStyle>
            <a:lvl1pPr algn="l">
              <a:defRPr>
                <a:solidFill>
                  <a:schemeClr val="bg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zh-TW" altLang="en-US" noProof="0"/>
              <a:t>會議簡報</a:t>
            </a:r>
          </a:p>
        </p:txBody>
      </p:sp>
      <p:sp>
        <p:nvSpPr>
          <p:cNvPr id="16" name="投影片編號版面配置區 5">
            <a:extLst>
              <a:ext uri="{FF2B5EF4-FFF2-40B4-BE49-F238E27FC236}">
                <a16:creationId xmlns:a16="http://schemas.microsoft.com/office/drawing/2014/main" id="{900B3723-B30F-4BDB-A030-4B06ADE75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0344" y="6356350"/>
            <a:ext cx="843455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18D65601-5AE2-46FC-B138-694DDD2B510D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E4FA9AB-9D34-43A5-947E-835D7FE29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2" y="2225678"/>
            <a:ext cx="4607268" cy="469476"/>
          </a:xfrm>
          <a:prstGeom prst="rect">
            <a:avLst/>
          </a:prstGeom>
        </p:spPr>
        <p:txBody>
          <a:bodyPr rtlCol="0" anchor="ctr"/>
          <a:lstStyle>
            <a:lvl1pPr>
              <a:defRPr lang="en-US" sz="2400" spc="100" baseline="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</a:lstStyle>
          <a:p>
            <a:pPr marL="0" lvl="0" indent="0" rtl="0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944523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引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圖片版面配置區 10">
            <a:extLst>
              <a:ext uri="{FF2B5EF4-FFF2-40B4-BE49-F238E27FC236}">
                <a16:creationId xmlns:a16="http://schemas.microsoft.com/office/drawing/2014/main" id="{840FD269-E069-45DA-B668-BE984BFA328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rtlCol="0"/>
          <a:lstStyle>
            <a:lvl1pPr marL="0" indent="0" algn="ctr">
              <a:buNone/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按一下以新增相片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AB9DE71-7B7A-4473-ABD8-99575CAFB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>
                    <a:lumMod val="95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en-US" altLang="zh-TW" noProof="0"/>
              <a:t>20XX/8/05</a:t>
            </a:r>
            <a:endParaRPr lang="zh-TW" altLang="en-US" noProof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AAA1C9B-284B-4C89-8743-52285AC95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>
                    <a:lumMod val="95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zh-TW" altLang="en-US" noProof="0"/>
              <a:t>會議簡報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BC1FE06-5B3A-40E2-82AA-E4516ED2D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>
                    <a:lumMod val="95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18D65601-5AE2-46FC-B138-694DDD2B510D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7" name="文字版面配置區 12">
            <a:extLst>
              <a:ext uri="{FF2B5EF4-FFF2-40B4-BE49-F238E27FC236}">
                <a16:creationId xmlns:a16="http://schemas.microsoft.com/office/drawing/2014/main" id="{2ACE5847-B709-473D-A366-54ADA852FFA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05107" y="3055535"/>
            <a:ext cx="7981786" cy="2609103"/>
          </a:xfrm>
          <a:prstGeom prst="rect">
            <a:avLst/>
          </a:prstGeom>
        </p:spPr>
        <p:txBody>
          <a:bodyPr rtlCol="0" anchor="ctr"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3200" i="1" spc="100" baseline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 dirty="0"/>
              <a:t>按一下以新增標題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648B1850-15F7-414E-B8F6-3A5B3D10B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0083" y="5448575"/>
            <a:ext cx="4881563" cy="463550"/>
          </a:xfrm>
          <a:prstGeom prst="rect">
            <a:avLst/>
          </a:prstGeom>
        </p:spPr>
        <p:txBody>
          <a:bodyPr rtlCol="0"/>
          <a:lstStyle>
            <a:lvl1pPr algn="r">
              <a:defRPr lang="en-US" sz="1800" spc="100" baseline="0">
                <a:solidFill>
                  <a:schemeClr val="bg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+mn-cs"/>
              </a:defRPr>
            </a:lvl1pPr>
          </a:lstStyle>
          <a:p>
            <a:pPr marL="0" lvl="0" indent="0" algn="r" rtl="0">
              <a:spcBef>
                <a:spcPts val="1000"/>
              </a:spcBef>
              <a:buFont typeface="Arial" panose="020B0604020202020204" pitchFamily="34" charset="0"/>
            </a:pPr>
            <a:r>
              <a:rPr lang="zh-TW" altLang="en-US" noProof="0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3000568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假設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50796CDC-3154-4ACA-A920-8CBE431C2A1A}"/>
              </a:ext>
            </a:extLst>
          </p:cNvPr>
          <p:cNvSpPr/>
          <p:nvPr userDrawn="1"/>
        </p:nvSpPr>
        <p:spPr>
          <a:xfrm>
            <a:off x="0" y="0"/>
            <a:ext cx="4687614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latin typeface="Microsoft JhengHei UI Light" panose="020B0304030504040204" pitchFamily="34" charset="-120"/>
              <a:ea typeface="Microsoft JhengHei UI Light" panose="020B0304030504040204" pitchFamily="34" charset="-120"/>
            </a:endParaRPr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95FA8B4-F9F3-4FF5-B11F-483A1B95E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en-US" altLang="zh-TW" noProof="0"/>
              <a:t>20XX/8/05</a:t>
            </a:r>
            <a:endParaRPr lang="zh-TW" altLang="en-US" noProof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97B8F04-28A5-462E-86DE-06C37E405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6">
                    <a:lumMod val="75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zh-TW" altLang="en-US" noProof="0"/>
              <a:t>會議簡報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C8B2DAE-4645-4AA0-87C9-39874FDBD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6">
                    <a:lumMod val="75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18D65601-5AE2-46FC-B138-694DDD2B510D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6" name="內容版面配置區 15">
            <a:extLst>
              <a:ext uri="{FF2B5EF4-FFF2-40B4-BE49-F238E27FC236}">
                <a16:creationId xmlns:a16="http://schemas.microsoft.com/office/drawing/2014/main" id="{3BB9146A-68F5-433B-8411-A12C7C8F782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747641" y="1193612"/>
            <a:ext cx="3513083" cy="1400506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spc="100" baseline="0"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 dirty="0"/>
              <a:t>按一下以新增文字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270974D-DE65-42B3-BEB4-235503245B26}"/>
              </a:ext>
            </a:extLst>
          </p:cNvPr>
          <p:cNvSpPr/>
          <p:nvPr userDrawn="1"/>
        </p:nvSpPr>
        <p:spPr>
          <a:xfrm>
            <a:off x="6360072" y="924801"/>
            <a:ext cx="4288221" cy="2043229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latin typeface="Microsoft JhengHei UI Light" panose="020B0304030504040204" pitchFamily="34" charset="-120"/>
              <a:ea typeface="Microsoft JhengHei UI Light" panose="020B0304030504040204" pitchFamily="34" charset="-120"/>
            </a:endParaRPr>
          </a:p>
        </p:txBody>
      </p:sp>
      <p:sp>
        <p:nvSpPr>
          <p:cNvPr id="8" name="內容版面配置區 15">
            <a:extLst>
              <a:ext uri="{FF2B5EF4-FFF2-40B4-BE49-F238E27FC236}">
                <a16:creationId xmlns:a16="http://schemas.microsoft.com/office/drawing/2014/main" id="{5BA888A7-F91E-4923-AB10-31BEF8C2FEB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747641" y="4120055"/>
            <a:ext cx="3513083" cy="1185839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spc="100" baseline="0"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 dirty="0"/>
              <a:t>按一下以新增文字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6803CCC-79BF-4752-81AA-D68AB023A6B6}"/>
              </a:ext>
            </a:extLst>
          </p:cNvPr>
          <p:cNvSpPr/>
          <p:nvPr userDrawn="1"/>
        </p:nvSpPr>
        <p:spPr>
          <a:xfrm>
            <a:off x="6360072" y="3584028"/>
            <a:ext cx="4288221" cy="2043229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latin typeface="Microsoft JhengHei UI Light" panose="020B0304030504040204" pitchFamily="34" charset="-120"/>
              <a:ea typeface="Microsoft JhengHei UI Light" panose="020B0304030504040204" pitchFamily="34" charset="-120"/>
            </a:endParaRPr>
          </a:p>
        </p:txBody>
      </p:sp>
      <p:cxnSp>
        <p:nvCxnSpPr>
          <p:cNvPr id="11" name="直線接點​​(S) 10">
            <a:extLst>
              <a:ext uri="{FF2B5EF4-FFF2-40B4-BE49-F238E27FC236}">
                <a16:creationId xmlns:a16="http://schemas.microsoft.com/office/drawing/2014/main" id="{6ECBC35A-FE4E-467A-A20D-9063B371CA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03095" y="0"/>
            <a:ext cx="0" cy="370473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標題 11">
            <a:extLst>
              <a:ext uri="{FF2B5EF4-FFF2-40B4-BE49-F238E27FC236}">
                <a16:creationId xmlns:a16="http://schemas.microsoft.com/office/drawing/2014/main" id="{A4FC0018-1CBF-4BC0-BE79-B983651D8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1005213" y="4932422"/>
            <a:ext cx="2635209" cy="523708"/>
          </a:xfrm>
          <a:prstGeom prst="rect">
            <a:avLst/>
          </a:prstGeom>
        </p:spPr>
        <p:txBody>
          <a:bodyPr rtlCol="0" anchor="ctr"/>
          <a:lstStyle>
            <a:lvl1pPr algn="r">
              <a:defRPr lang="en-US" sz="2400" spc="100" baseline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</a:lstStyle>
          <a:p>
            <a:pPr marL="0" lvl="0" indent="0" algn="r" rtl="0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627448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訊工具的百分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B06ACE2-BA16-48C7-A451-845668BC0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en-US" altLang="zh-TW" noProof="0"/>
              <a:t>20XX/8/05</a:t>
            </a:r>
            <a:endParaRPr lang="zh-TW" altLang="en-US" noProof="0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09B479B-4CEB-47DB-903C-2E2D2445E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zh-TW" altLang="en-US" noProof="0"/>
              <a:t>會議簡報</a:t>
            </a: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C6F2130-E7AA-4706-B388-47F7E032B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18D65601-5AE2-46FC-B138-694DDD2B510D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7311573-5DB1-44CE-818B-9E5F570408F1}"/>
              </a:ext>
            </a:extLst>
          </p:cNvPr>
          <p:cNvSpPr/>
          <p:nvPr userDrawn="1"/>
        </p:nvSpPr>
        <p:spPr>
          <a:xfrm>
            <a:off x="638177" y="631627"/>
            <a:ext cx="10915645" cy="5588197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latin typeface="Microsoft JhengHei UI Light" panose="020B0304030504040204" pitchFamily="34" charset="-120"/>
              <a:ea typeface="Microsoft JhengHei UI Light" panose="020B0304030504040204" pitchFamily="34" charset="-120"/>
            </a:endParaRPr>
          </a:p>
        </p:txBody>
      </p:sp>
      <p:sp>
        <p:nvSpPr>
          <p:cNvPr id="19" name="內容版面配置區 15">
            <a:extLst>
              <a:ext uri="{FF2B5EF4-FFF2-40B4-BE49-F238E27FC236}">
                <a16:creationId xmlns:a16="http://schemas.microsoft.com/office/drawing/2014/main" id="{6E328664-C733-476A-81C6-2A0B15B001A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029158" y="2838122"/>
            <a:ext cx="1786759" cy="430923"/>
          </a:xfrm>
          <a:prstGeom prst="rect">
            <a:avLst/>
          </a:prstGeom>
        </p:spPr>
        <p:txBody>
          <a:bodyPr rtlCol="0" anchor="t"/>
          <a:lstStyle>
            <a:lvl1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spc="100" baseline="0"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0" name="內容版面配置區 15">
            <a:extLst>
              <a:ext uri="{FF2B5EF4-FFF2-40B4-BE49-F238E27FC236}">
                <a16:creationId xmlns:a16="http://schemas.microsoft.com/office/drawing/2014/main" id="{4DA6C57C-E2CB-484E-94E6-9AB8DC7DB4C5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2029158" y="3379435"/>
            <a:ext cx="1786759" cy="430923"/>
          </a:xfrm>
          <a:prstGeom prst="rect">
            <a:avLst/>
          </a:prstGeom>
        </p:spPr>
        <p:txBody>
          <a:bodyPr rtlCol="0" anchor="t"/>
          <a:lstStyle>
            <a:lvl1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spc="100" baseline="0"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1" name="內容版面配置區 15">
            <a:extLst>
              <a:ext uri="{FF2B5EF4-FFF2-40B4-BE49-F238E27FC236}">
                <a16:creationId xmlns:a16="http://schemas.microsoft.com/office/drawing/2014/main" id="{97E74E6E-CDEF-424A-B7CE-5B34A0AC34D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029158" y="3928699"/>
            <a:ext cx="1786759" cy="430923"/>
          </a:xfrm>
          <a:prstGeom prst="rect">
            <a:avLst/>
          </a:prstGeom>
        </p:spPr>
        <p:txBody>
          <a:bodyPr rtlCol="0" anchor="t"/>
          <a:lstStyle>
            <a:lvl1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spc="100" baseline="0"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2" name="內容版面配置區 15">
            <a:extLst>
              <a:ext uri="{FF2B5EF4-FFF2-40B4-BE49-F238E27FC236}">
                <a16:creationId xmlns:a16="http://schemas.microsoft.com/office/drawing/2014/main" id="{E7A1AA76-7517-4C53-B2A4-EE8B1C6ADDDF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2029158" y="4476966"/>
            <a:ext cx="1786759" cy="430923"/>
          </a:xfrm>
          <a:prstGeom prst="rect">
            <a:avLst/>
          </a:prstGeom>
        </p:spPr>
        <p:txBody>
          <a:bodyPr rtlCol="0" anchor="t"/>
          <a:lstStyle>
            <a:lvl1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spc="100" baseline="0"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37" name="文字版面配置區 12">
            <a:extLst>
              <a:ext uri="{FF2B5EF4-FFF2-40B4-BE49-F238E27FC236}">
                <a16:creationId xmlns:a16="http://schemas.microsoft.com/office/drawing/2014/main" id="{273C9D83-2282-43F4-BB54-7CDA96B4556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98588" y="1307183"/>
            <a:ext cx="1783393" cy="178305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2400" b="0" spc="100" baseline="0">
                <a:solidFill>
                  <a:schemeClr val="accent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en-US" altLang="zh-TW" noProof="0" dirty="0"/>
              <a:t>#</a:t>
            </a:r>
          </a:p>
        </p:txBody>
      </p:sp>
      <p:sp>
        <p:nvSpPr>
          <p:cNvPr id="38" name="文字版面配置區 12">
            <a:extLst>
              <a:ext uri="{FF2B5EF4-FFF2-40B4-BE49-F238E27FC236}">
                <a16:creationId xmlns:a16="http://schemas.microsoft.com/office/drawing/2014/main" id="{90C1AC4A-23E9-4676-A30E-E39B4342FF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98588" y="3703828"/>
            <a:ext cx="1783393" cy="178305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2400" b="0" spc="100" baseline="0">
                <a:solidFill>
                  <a:schemeClr val="accent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en-US" altLang="zh-TW" noProof="0"/>
              <a:t>#</a:t>
            </a:r>
          </a:p>
        </p:txBody>
      </p:sp>
      <p:sp>
        <p:nvSpPr>
          <p:cNvPr id="39" name="文字版面配置區 12">
            <a:extLst>
              <a:ext uri="{FF2B5EF4-FFF2-40B4-BE49-F238E27FC236}">
                <a16:creationId xmlns:a16="http://schemas.microsoft.com/office/drawing/2014/main" id="{2C256BCC-FED6-4D75-8C65-5967DD2E019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33309" y="1307183"/>
            <a:ext cx="1783393" cy="178305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2400" b="0" spc="100" baseline="0">
                <a:solidFill>
                  <a:schemeClr val="accent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en-US" altLang="zh-TW" noProof="0"/>
              <a:t>#</a:t>
            </a:r>
          </a:p>
        </p:txBody>
      </p:sp>
      <p:sp>
        <p:nvSpPr>
          <p:cNvPr id="40" name="文字版面配置區 12">
            <a:extLst>
              <a:ext uri="{FF2B5EF4-FFF2-40B4-BE49-F238E27FC236}">
                <a16:creationId xmlns:a16="http://schemas.microsoft.com/office/drawing/2014/main" id="{036A0378-B8F0-463A-A66D-83D798223E3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33309" y="3703828"/>
            <a:ext cx="1783393" cy="178305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2400" b="0" spc="100" baseline="0">
                <a:solidFill>
                  <a:schemeClr val="accent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en-US" altLang="zh-TW" noProof="0"/>
              <a:t>#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2BDF22D-6760-4BDD-92EF-E940DCC02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7697" y="1369287"/>
            <a:ext cx="4079564" cy="1268810"/>
          </a:xfrm>
          <a:prstGeom prst="rect">
            <a:avLst/>
          </a:prstGeom>
        </p:spPr>
        <p:txBody>
          <a:bodyPr rtlCol="0" anchor="ctr"/>
          <a:lstStyle>
            <a:lvl1pPr>
              <a:lnSpc>
                <a:spcPct val="125000"/>
              </a:lnSpc>
              <a:defRPr lang="en-US" sz="2400" spc="100" baseline="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</a:lstStyle>
          <a:p>
            <a:pPr marL="0" lvl="0" indent="0" rtl="0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295802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製作出色的產品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EBAADBBE-F1E3-480E-BE79-B55DEF9410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397500" y="2009775"/>
            <a:ext cx="6794499" cy="28384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latin typeface="Microsoft JhengHei UI Light" panose="020B0304030504040204" pitchFamily="34" charset="-120"/>
              <a:ea typeface="Microsoft JhengHei UI Light" panose="020B0304030504040204" pitchFamily="34" charset="-120"/>
            </a:endParaRPr>
          </a:p>
        </p:txBody>
      </p:sp>
      <p:sp>
        <p:nvSpPr>
          <p:cNvPr id="9" name="圖片版面配置區 8">
            <a:extLst>
              <a:ext uri="{FF2B5EF4-FFF2-40B4-BE49-F238E27FC236}">
                <a16:creationId xmlns:a16="http://schemas.microsoft.com/office/drawing/2014/main" id="{A4C868C7-0B77-47B8-9C16-7F97AA9F0D4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6311899" cy="6858000"/>
          </a:xfrm>
          <a:custGeom>
            <a:avLst/>
            <a:gdLst>
              <a:gd name="connsiteX0" fmla="*/ 0 w 6311899"/>
              <a:gd name="connsiteY0" fmla="*/ 0 h 6858000"/>
              <a:gd name="connsiteX1" fmla="*/ 6311899 w 6311899"/>
              <a:gd name="connsiteY1" fmla="*/ 0 h 6858000"/>
              <a:gd name="connsiteX2" fmla="*/ 6311899 w 6311899"/>
              <a:gd name="connsiteY2" fmla="*/ 2009775 h 6858000"/>
              <a:gd name="connsiteX3" fmla="*/ 5397499 w 6311899"/>
              <a:gd name="connsiteY3" fmla="*/ 2009775 h 6858000"/>
              <a:gd name="connsiteX4" fmla="*/ 5397499 w 6311899"/>
              <a:gd name="connsiteY4" fmla="*/ 4848225 h 6858000"/>
              <a:gd name="connsiteX5" fmla="*/ 6311899 w 6311899"/>
              <a:gd name="connsiteY5" fmla="*/ 4848225 h 6858000"/>
              <a:gd name="connsiteX6" fmla="*/ 6311899 w 6311899"/>
              <a:gd name="connsiteY6" fmla="*/ 6858000 h 6858000"/>
              <a:gd name="connsiteX7" fmla="*/ 0 w 6311899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311899" h="6858000">
                <a:moveTo>
                  <a:pt x="0" y="0"/>
                </a:moveTo>
                <a:lnTo>
                  <a:pt x="6311899" y="0"/>
                </a:lnTo>
                <a:lnTo>
                  <a:pt x="6311899" y="2009775"/>
                </a:lnTo>
                <a:lnTo>
                  <a:pt x="5397499" y="2009775"/>
                </a:lnTo>
                <a:lnTo>
                  <a:pt x="5397499" y="4848225"/>
                </a:lnTo>
                <a:lnTo>
                  <a:pt x="6311899" y="4848225"/>
                </a:lnTo>
                <a:lnTo>
                  <a:pt x="6311899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rtlCol="0">
            <a:noAutofit/>
          </a:bodyPr>
          <a:lstStyle>
            <a:lvl1pPr marL="0" indent="0" algn="ctr">
              <a:buNone/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按一下以新增相片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F4198D5-23F4-441A-AD0A-C6CD015E9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en-US" altLang="zh-TW" noProof="0"/>
              <a:t>20XX/8/05</a:t>
            </a:r>
            <a:endParaRPr lang="zh-TW" altLang="en-US" noProof="0"/>
          </a:p>
        </p:txBody>
      </p:sp>
      <p:sp>
        <p:nvSpPr>
          <p:cNvPr id="16" name="內容版面配置區 15">
            <a:extLst>
              <a:ext uri="{FF2B5EF4-FFF2-40B4-BE49-F238E27FC236}">
                <a16:creationId xmlns:a16="http://schemas.microsoft.com/office/drawing/2014/main" id="{8E5DAC80-95FC-4BA1-98B2-5631FB3B019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337298" y="3200401"/>
            <a:ext cx="5257799" cy="1701800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 spc="100" baseline="0">
                <a:solidFill>
                  <a:schemeClr val="bg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12" name="頁尾版面配置區 4">
            <a:extLst>
              <a:ext uri="{FF2B5EF4-FFF2-40B4-BE49-F238E27FC236}">
                <a16:creationId xmlns:a16="http://schemas.microsoft.com/office/drawing/2014/main" id="{464448FE-96B4-43C5-8721-4FBF69ED4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19230" y="6356350"/>
            <a:ext cx="3152912" cy="365125"/>
          </a:xfrm>
        </p:spPr>
        <p:txBody>
          <a:bodyPr rtlCol="0"/>
          <a:lstStyle>
            <a:lvl1pPr algn="l">
              <a:defRPr>
                <a:solidFill>
                  <a:schemeClr val="accent6">
                    <a:lumMod val="75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zh-TW" altLang="en-US" noProof="0"/>
              <a:t>會議簡報</a:t>
            </a:r>
          </a:p>
        </p:txBody>
      </p:sp>
      <p:sp>
        <p:nvSpPr>
          <p:cNvPr id="13" name="投影片編號版面配置區 5">
            <a:extLst>
              <a:ext uri="{FF2B5EF4-FFF2-40B4-BE49-F238E27FC236}">
                <a16:creationId xmlns:a16="http://schemas.microsoft.com/office/drawing/2014/main" id="{F8104834-0355-4576-A9E5-FF5B92B36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0344" y="6356350"/>
            <a:ext cx="843455" cy="365125"/>
          </a:xfrm>
        </p:spPr>
        <p:txBody>
          <a:bodyPr rtlCol="0"/>
          <a:lstStyle>
            <a:lvl1pPr>
              <a:defRPr>
                <a:solidFill>
                  <a:schemeClr val="accent6">
                    <a:lumMod val="75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18D65601-5AE2-46FC-B138-694DDD2B510D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3AD2D377-D829-49CC-9253-683054B90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7298" y="2063075"/>
            <a:ext cx="5257799" cy="1268810"/>
          </a:xfrm>
          <a:prstGeom prst="rect">
            <a:avLst/>
          </a:prstGeom>
        </p:spPr>
        <p:txBody>
          <a:bodyPr rtlCol="0" anchor="ctr"/>
          <a:lstStyle>
            <a:lvl1pPr>
              <a:defRPr lang="en-US" sz="2400" spc="100" baseline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</a:lstStyle>
          <a:p>
            <a:pPr marL="0" lvl="0" indent="0" rtl="0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548123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 Contoso 與競爭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圖片版面配置區 10">
            <a:extLst>
              <a:ext uri="{FF2B5EF4-FFF2-40B4-BE49-F238E27FC236}">
                <a16:creationId xmlns:a16="http://schemas.microsoft.com/office/drawing/2014/main" id="{995D6E1F-61DD-45C8-BD0F-87774F3858F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按一下以新增相片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A3F1E30-78A1-4D04-868B-2FF65A0CD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en-US" altLang="zh-TW" noProof="0"/>
              <a:t>20XX/8/05</a:t>
            </a:r>
            <a:endParaRPr lang="zh-TW" altLang="en-US" noProof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A92EE5A-2D26-4A38-BF97-6266BFC42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18D65601-5AE2-46FC-B138-694DDD2B510D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11" name="內容版面配置區 15">
            <a:extLst>
              <a:ext uri="{FF2B5EF4-FFF2-40B4-BE49-F238E27FC236}">
                <a16:creationId xmlns:a16="http://schemas.microsoft.com/office/drawing/2014/main" id="{716CE84D-B2FA-4712-9112-9A6349EE051E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1008686" y="2921932"/>
            <a:ext cx="4114800" cy="1268810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  <a:defRPr sz="1400" spc="100" baseline="0">
                <a:solidFill>
                  <a:schemeClr val="accent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13" name="內容版面配置區 15">
            <a:extLst>
              <a:ext uri="{FF2B5EF4-FFF2-40B4-BE49-F238E27FC236}">
                <a16:creationId xmlns:a16="http://schemas.microsoft.com/office/drawing/2014/main" id="{5EB29FAF-F8EE-4156-8E07-E14DFBABA091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1008686" y="4327267"/>
            <a:ext cx="4114800" cy="1268810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  <a:defRPr sz="1400" spc="100" baseline="0">
                <a:solidFill>
                  <a:schemeClr val="accent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DFC5BC42-EC33-40D4-8189-69F1D23AD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686" y="1516597"/>
            <a:ext cx="3980182" cy="1268810"/>
          </a:xfrm>
          <a:prstGeom prst="rect">
            <a:avLst/>
          </a:prstGeom>
        </p:spPr>
        <p:txBody>
          <a:bodyPr rtlCol="0" anchor="ctr"/>
          <a:lstStyle>
            <a:lvl1pPr>
              <a:lnSpc>
                <a:spcPct val="125000"/>
              </a:lnSpc>
              <a:defRPr lang="en-US" sz="2400" spc="100" baseline="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</a:lstStyle>
          <a:p>
            <a:pPr marL="0" lvl="0" indent="0" rtl="0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998323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歷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70415A3-6E46-4BC3-B867-3A6A61D0F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en-US" altLang="zh-TW" noProof="0"/>
              <a:t>20XX/8/05</a:t>
            </a:r>
            <a:endParaRPr lang="zh-TW" altLang="en-US" noProof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C1ADF53-2713-40AC-9CC8-AA83770C9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zh-TW" altLang="en-US" noProof="0"/>
              <a:t>會議簡報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BD08A84-ADB1-42C6-A7B1-E5C5A728B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18D65601-5AE2-46FC-B138-694DDD2B510D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15" name="文字版面配置區 14">
            <a:extLst>
              <a:ext uri="{FF2B5EF4-FFF2-40B4-BE49-F238E27FC236}">
                <a16:creationId xmlns:a16="http://schemas.microsoft.com/office/drawing/2014/main" id="{09C0924B-E154-4A9E-830A-0CED0F96BA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12346" y="309397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16" name="文字版面配置區 14">
            <a:extLst>
              <a:ext uri="{FF2B5EF4-FFF2-40B4-BE49-F238E27FC236}">
                <a16:creationId xmlns:a16="http://schemas.microsoft.com/office/drawing/2014/main" id="{09FC371A-791E-4A18-A05F-62DAAB144FE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501761" y="309397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17" name="文字版面配置區 14">
            <a:extLst>
              <a:ext uri="{FF2B5EF4-FFF2-40B4-BE49-F238E27FC236}">
                <a16:creationId xmlns:a16="http://schemas.microsoft.com/office/drawing/2014/main" id="{7370EA53-C218-4777-8992-DFE61FD94A5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91176" y="309397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18" name="文字版面配置區 14">
            <a:extLst>
              <a:ext uri="{FF2B5EF4-FFF2-40B4-BE49-F238E27FC236}">
                <a16:creationId xmlns:a16="http://schemas.microsoft.com/office/drawing/2014/main" id="{52263598-CA5C-4D32-8005-69A3003C53F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80591" y="309397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19" name="文字版面配置區 14">
            <a:extLst>
              <a:ext uri="{FF2B5EF4-FFF2-40B4-BE49-F238E27FC236}">
                <a16:creationId xmlns:a16="http://schemas.microsoft.com/office/drawing/2014/main" id="{04255F76-4757-4D5C-80D7-A3307CEBC13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10807" y="3093970"/>
            <a:ext cx="61531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0" name="文字版面配置區 14">
            <a:extLst>
              <a:ext uri="{FF2B5EF4-FFF2-40B4-BE49-F238E27FC236}">
                <a16:creationId xmlns:a16="http://schemas.microsoft.com/office/drawing/2014/main" id="{6948AE7E-55CC-4F22-9239-099E8E8EF2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659421" y="309397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1" name="文字版面配置區 14">
            <a:extLst>
              <a:ext uri="{FF2B5EF4-FFF2-40B4-BE49-F238E27FC236}">
                <a16:creationId xmlns:a16="http://schemas.microsoft.com/office/drawing/2014/main" id="{D91E6446-232F-4870-8335-C708DDB3E7B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48836" y="309397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2" name="文字版面配置區 14">
            <a:extLst>
              <a:ext uri="{FF2B5EF4-FFF2-40B4-BE49-F238E27FC236}">
                <a16:creationId xmlns:a16="http://schemas.microsoft.com/office/drawing/2014/main" id="{6A3A8254-B2DC-4C36-8E81-397E7CB3EC0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238251" y="309397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3" name="文字版面配置區 14">
            <a:extLst>
              <a:ext uri="{FF2B5EF4-FFF2-40B4-BE49-F238E27FC236}">
                <a16:creationId xmlns:a16="http://schemas.microsoft.com/office/drawing/2014/main" id="{048C7215-4A75-4BF9-96EC-BEA9AA1239C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27666" y="309397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4" name="文字版面配置區 14">
            <a:extLst>
              <a:ext uri="{FF2B5EF4-FFF2-40B4-BE49-F238E27FC236}">
                <a16:creationId xmlns:a16="http://schemas.microsoft.com/office/drawing/2014/main" id="{C2FA34D0-4280-4201-9E40-5FE0D81D7DC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817081" y="309397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5" name="文字版面配置區 14">
            <a:extLst>
              <a:ext uri="{FF2B5EF4-FFF2-40B4-BE49-F238E27FC236}">
                <a16:creationId xmlns:a16="http://schemas.microsoft.com/office/drawing/2014/main" id="{BD0D6DFA-0AE8-42A3-ADA8-785B98B99E4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606496" y="309397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6" name="文字版面配置區 14">
            <a:extLst>
              <a:ext uri="{FF2B5EF4-FFF2-40B4-BE49-F238E27FC236}">
                <a16:creationId xmlns:a16="http://schemas.microsoft.com/office/drawing/2014/main" id="{7E475D18-842D-4508-9049-99A36DA3895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395907" y="309397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7" name="文字版面配置區 14">
            <a:extLst>
              <a:ext uri="{FF2B5EF4-FFF2-40B4-BE49-F238E27FC236}">
                <a16:creationId xmlns:a16="http://schemas.microsoft.com/office/drawing/2014/main" id="{F7A2B249-C1B4-4F5F-9C74-B3763CCFC8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712346" y="47957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8" name="文字版面配置區 14">
            <a:extLst>
              <a:ext uri="{FF2B5EF4-FFF2-40B4-BE49-F238E27FC236}">
                <a16:creationId xmlns:a16="http://schemas.microsoft.com/office/drawing/2014/main" id="{64240E02-7397-4BFB-923B-4E4A96C7C81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501761" y="47957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9" name="文字版面配置區 14">
            <a:extLst>
              <a:ext uri="{FF2B5EF4-FFF2-40B4-BE49-F238E27FC236}">
                <a16:creationId xmlns:a16="http://schemas.microsoft.com/office/drawing/2014/main" id="{41400094-84D6-4303-BA4B-0E0D1FF018E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91176" y="47957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30" name="文字版面配置區 14">
            <a:extLst>
              <a:ext uri="{FF2B5EF4-FFF2-40B4-BE49-F238E27FC236}">
                <a16:creationId xmlns:a16="http://schemas.microsoft.com/office/drawing/2014/main" id="{AAF6E8A4-DDDD-49A1-B1C9-3574B58A83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80591" y="47957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31" name="文字版面配置區 14">
            <a:extLst>
              <a:ext uri="{FF2B5EF4-FFF2-40B4-BE49-F238E27FC236}">
                <a16:creationId xmlns:a16="http://schemas.microsoft.com/office/drawing/2014/main" id="{D9AB8D6A-C296-4468-9A7D-7F46B3642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810807" y="4795797"/>
            <a:ext cx="61531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32" name="文字版面配置區 14">
            <a:extLst>
              <a:ext uri="{FF2B5EF4-FFF2-40B4-BE49-F238E27FC236}">
                <a16:creationId xmlns:a16="http://schemas.microsoft.com/office/drawing/2014/main" id="{D17C8109-2F1A-4248-BE14-FE5D4AE1E35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659421" y="47957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33" name="文字版面配置區 14">
            <a:extLst>
              <a:ext uri="{FF2B5EF4-FFF2-40B4-BE49-F238E27FC236}">
                <a16:creationId xmlns:a16="http://schemas.microsoft.com/office/drawing/2014/main" id="{5735C006-B8AC-427F-A337-4F607EB5431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48836" y="47957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34" name="文字版面配置區 14">
            <a:extLst>
              <a:ext uri="{FF2B5EF4-FFF2-40B4-BE49-F238E27FC236}">
                <a16:creationId xmlns:a16="http://schemas.microsoft.com/office/drawing/2014/main" id="{B62C7805-F615-4B77-89DD-63F1F946E78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238251" y="47957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35" name="文字版面配置區 14">
            <a:extLst>
              <a:ext uri="{FF2B5EF4-FFF2-40B4-BE49-F238E27FC236}">
                <a16:creationId xmlns:a16="http://schemas.microsoft.com/office/drawing/2014/main" id="{7B0BABA0-0326-410E-AECF-0D41365DD47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27666" y="47957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36" name="文字版面配置區 14">
            <a:extLst>
              <a:ext uri="{FF2B5EF4-FFF2-40B4-BE49-F238E27FC236}">
                <a16:creationId xmlns:a16="http://schemas.microsoft.com/office/drawing/2014/main" id="{9E4FCBEC-4348-4D10-B139-FD526C86B17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17081" y="47957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37" name="文字版面配置區 14">
            <a:extLst>
              <a:ext uri="{FF2B5EF4-FFF2-40B4-BE49-F238E27FC236}">
                <a16:creationId xmlns:a16="http://schemas.microsoft.com/office/drawing/2014/main" id="{DA4FA8D2-F1E5-4A88-855F-84D521DB704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606496" y="47957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38" name="文字版面配置區 14">
            <a:extLst>
              <a:ext uri="{FF2B5EF4-FFF2-40B4-BE49-F238E27FC236}">
                <a16:creationId xmlns:a16="http://schemas.microsoft.com/office/drawing/2014/main" id="{7E27FFDC-7B67-4C2F-8712-C7961E6E9A9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395907" y="47957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51" name="文字版面配置區 14">
            <a:extLst>
              <a:ext uri="{FF2B5EF4-FFF2-40B4-BE49-F238E27FC236}">
                <a16:creationId xmlns:a16="http://schemas.microsoft.com/office/drawing/2014/main" id="{B098AA04-538E-4D0B-BC5E-3C79B451D15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96804" y="2672211"/>
            <a:ext cx="1021001" cy="501726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buNone/>
              <a:defRPr sz="2000" cap="all" spc="100" baseline="0">
                <a:solidFill>
                  <a:schemeClr val="accent5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 dirty="0"/>
              <a:t>新增年份</a:t>
            </a:r>
          </a:p>
        </p:txBody>
      </p:sp>
      <p:sp>
        <p:nvSpPr>
          <p:cNvPr id="52" name="文字版面配置區 14">
            <a:extLst>
              <a:ext uri="{FF2B5EF4-FFF2-40B4-BE49-F238E27FC236}">
                <a16:creationId xmlns:a16="http://schemas.microsoft.com/office/drawing/2014/main" id="{80992CBE-A6F0-4FF1-8F4F-84B050480AD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96804" y="4361409"/>
            <a:ext cx="1021001" cy="501726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buNone/>
              <a:defRPr sz="2000" cap="all" spc="100" baseline="0">
                <a:solidFill>
                  <a:schemeClr val="accent5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新增年份</a:t>
            </a:r>
          </a:p>
        </p:txBody>
      </p:sp>
      <p:sp>
        <p:nvSpPr>
          <p:cNvPr id="53" name="文字版面配置區 14">
            <a:extLst>
              <a:ext uri="{FF2B5EF4-FFF2-40B4-BE49-F238E27FC236}">
                <a16:creationId xmlns:a16="http://schemas.microsoft.com/office/drawing/2014/main" id="{738B60B3-540F-4900-A4BB-0B521A1F75C1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029367" y="2067200"/>
            <a:ext cx="1440088" cy="469597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54" name="文字版面配置區 14">
            <a:extLst>
              <a:ext uri="{FF2B5EF4-FFF2-40B4-BE49-F238E27FC236}">
                <a16:creationId xmlns:a16="http://schemas.microsoft.com/office/drawing/2014/main" id="{FD7D7797-7938-4D6E-B5A4-21536E2021E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397612" y="2067200"/>
            <a:ext cx="1440088" cy="469597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55" name="文字版面配置區 14">
            <a:extLst>
              <a:ext uri="{FF2B5EF4-FFF2-40B4-BE49-F238E27FC236}">
                <a16:creationId xmlns:a16="http://schemas.microsoft.com/office/drawing/2014/main" id="{F7B339B7-1A20-4B38-8EAE-3C98E757DA3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344687" y="2067200"/>
            <a:ext cx="1440088" cy="469597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56" name="文字版面配置區 14">
            <a:extLst>
              <a:ext uri="{FF2B5EF4-FFF2-40B4-BE49-F238E27FC236}">
                <a16:creationId xmlns:a16="http://schemas.microsoft.com/office/drawing/2014/main" id="{3D0B1401-F4EC-4750-A2AA-34CD72504AC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029367" y="3869787"/>
            <a:ext cx="1440088" cy="408780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57" name="文字版面配置區 14">
            <a:extLst>
              <a:ext uri="{FF2B5EF4-FFF2-40B4-BE49-F238E27FC236}">
                <a16:creationId xmlns:a16="http://schemas.microsoft.com/office/drawing/2014/main" id="{25C7DA61-BA93-48EE-BB6E-9E5D96271AC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976442" y="3869787"/>
            <a:ext cx="1440088" cy="408780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none" spc="100" baseline="0">
                <a:solidFill>
                  <a:schemeClr val="accent6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58" name="文字版面配置區 14">
            <a:extLst>
              <a:ext uri="{FF2B5EF4-FFF2-40B4-BE49-F238E27FC236}">
                <a16:creationId xmlns:a16="http://schemas.microsoft.com/office/drawing/2014/main" id="{6B7F232D-8C58-4A29-8A95-52E6B74C053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923517" y="3869787"/>
            <a:ext cx="1440088" cy="408780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cxnSp>
        <p:nvCxnSpPr>
          <p:cNvPr id="102" name="直線接點​​(S) 101">
            <a:extLst>
              <a:ext uri="{FF2B5EF4-FFF2-40B4-BE49-F238E27FC236}">
                <a16:creationId xmlns:a16="http://schemas.microsoft.com/office/drawing/2014/main" id="{F2334811-4848-4246-ACD8-273541203B2A}"/>
              </a:ext>
            </a:extLst>
          </p:cNvPr>
          <p:cNvCxnSpPr>
            <a:cxnSpLocks/>
          </p:cNvCxnSpPr>
          <p:nvPr userDrawn="1"/>
        </p:nvCxnSpPr>
        <p:spPr>
          <a:xfrm>
            <a:off x="0" y="755452"/>
            <a:ext cx="10330626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>
            <a:extLst>
              <a:ext uri="{FF2B5EF4-FFF2-40B4-BE49-F238E27FC236}">
                <a16:creationId xmlns:a16="http://schemas.microsoft.com/office/drawing/2014/main" id="{45E76D73-D506-4E6B-A789-AB87E732A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0418" y="100579"/>
            <a:ext cx="1943381" cy="1268811"/>
          </a:xfrm>
          <a:prstGeom prst="rect">
            <a:avLst/>
          </a:prstGeom>
        </p:spPr>
        <p:txBody>
          <a:bodyPr rtlCol="0" anchor="ctr"/>
          <a:lstStyle>
            <a:lvl1pPr algn="r">
              <a:lnSpc>
                <a:spcPct val="125000"/>
              </a:lnSpc>
              <a:defRPr lang="en-US" sz="2400" spc="100" baseline="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</a:lstStyle>
          <a:p>
            <a:pPr marL="0" lvl="0" indent="0" algn="r" rtl="0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TW" altLang="en-US" noProof="0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39277009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重要心得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圖片版面配置區 10">
            <a:extLst>
              <a:ext uri="{FF2B5EF4-FFF2-40B4-BE49-F238E27FC236}">
                <a16:creationId xmlns:a16="http://schemas.microsoft.com/office/drawing/2014/main" id="{A3D8856B-7A24-4C55-9910-ED81BFA0A0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按一下以新增相片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70415A3-6E46-4BC3-B867-3A6A61D0F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en-US" altLang="zh-TW" noProof="0"/>
              <a:t>20XX/8/05</a:t>
            </a:r>
            <a:endParaRPr lang="zh-TW" altLang="en-US" noProof="0"/>
          </a:p>
        </p:txBody>
      </p:sp>
      <p:sp>
        <p:nvSpPr>
          <p:cNvPr id="9" name="內容版面配置區 15">
            <a:extLst>
              <a:ext uri="{FF2B5EF4-FFF2-40B4-BE49-F238E27FC236}">
                <a16:creationId xmlns:a16="http://schemas.microsoft.com/office/drawing/2014/main" id="{3B3118EB-9968-4E6E-B2B6-A76765DCFA4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7101509" y="2431279"/>
            <a:ext cx="4288971" cy="3055121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  <a:defRPr sz="1400" spc="100" baseline="0">
                <a:solidFill>
                  <a:schemeClr val="accent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10" name="頁尾版面配置區 4">
            <a:extLst>
              <a:ext uri="{FF2B5EF4-FFF2-40B4-BE49-F238E27FC236}">
                <a16:creationId xmlns:a16="http://schemas.microsoft.com/office/drawing/2014/main" id="{3ABAA64D-DEC0-453B-A9D7-7183AF0CE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19230" y="6356350"/>
            <a:ext cx="3152912" cy="365125"/>
          </a:xfrm>
        </p:spPr>
        <p:txBody>
          <a:bodyPr rtlCol="0"/>
          <a:lstStyle>
            <a:lvl1pPr algn="l">
              <a:defRPr>
                <a:solidFill>
                  <a:schemeClr val="accent6">
                    <a:lumMod val="75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zh-TW" altLang="en-US" noProof="0"/>
              <a:t>會議簡報</a:t>
            </a:r>
          </a:p>
        </p:txBody>
      </p:sp>
      <p:sp>
        <p:nvSpPr>
          <p:cNvPr id="11" name="投影片編號版面配置區 5">
            <a:extLst>
              <a:ext uri="{FF2B5EF4-FFF2-40B4-BE49-F238E27FC236}">
                <a16:creationId xmlns:a16="http://schemas.microsoft.com/office/drawing/2014/main" id="{F74F7F62-A2D6-471E-83D8-44BA2699C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0344" y="6356350"/>
            <a:ext cx="843455" cy="365125"/>
          </a:xfrm>
        </p:spPr>
        <p:txBody>
          <a:bodyPr rtlCol="0"/>
          <a:lstStyle>
            <a:lvl1pPr>
              <a:defRPr>
                <a:solidFill>
                  <a:schemeClr val="accent6">
                    <a:lumMod val="75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18D65601-5AE2-46FC-B138-694DDD2B510D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cxnSp>
        <p:nvCxnSpPr>
          <p:cNvPr id="12" name="直線接點​​(S) 11">
            <a:extLst>
              <a:ext uri="{FF2B5EF4-FFF2-40B4-BE49-F238E27FC236}">
                <a16:creationId xmlns:a16="http://schemas.microsoft.com/office/drawing/2014/main" id="{CF88F189-31A8-4BA7-80D9-4A40A4E2B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34820" y="-3976"/>
            <a:ext cx="0" cy="2159347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>
            <a:extLst>
              <a:ext uri="{FF2B5EF4-FFF2-40B4-BE49-F238E27FC236}">
                <a16:creationId xmlns:a16="http://schemas.microsoft.com/office/drawing/2014/main" id="{14EE86B4-3F11-45CB-96F9-7D1AB761A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1506" y="1761891"/>
            <a:ext cx="4288971" cy="532862"/>
          </a:xfrm>
          <a:prstGeom prst="rect">
            <a:avLst/>
          </a:prstGeom>
        </p:spPr>
        <p:txBody>
          <a:bodyPr rtlCol="0" anchor="ctr"/>
          <a:lstStyle>
            <a:lvl1pPr>
              <a:lnSpc>
                <a:spcPct val="125000"/>
              </a:lnSpc>
              <a:defRPr lang="en-US" sz="2400" spc="100" baseline="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</a:lstStyle>
          <a:p>
            <a:pPr marL="0" lvl="0" indent="0" rtl="0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6627309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適用于企業的秘訣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圖片版面配置區 10">
            <a:extLst>
              <a:ext uri="{FF2B5EF4-FFF2-40B4-BE49-F238E27FC236}">
                <a16:creationId xmlns:a16="http://schemas.microsoft.com/office/drawing/2014/main" id="{60ED5431-1075-4889-87EB-D79FFE50960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2804630"/>
            <a:ext cx="12192000" cy="4062247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按一下以新增相片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70415A3-6E46-4BC3-B867-3A6A61D0F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en-US" altLang="zh-TW" noProof="0"/>
              <a:t>20XX/8/05</a:t>
            </a:r>
            <a:endParaRPr lang="zh-TW" altLang="en-US" noProof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C1ADF53-2713-40AC-9CC8-AA83770C9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zh-TW" altLang="en-US" noProof="0"/>
              <a:t>會議簡報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BD08A84-ADB1-42C6-A7B1-E5C5A728B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18D65601-5AE2-46FC-B138-694DDD2B510D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10" name="內容版面配置區 15">
            <a:extLst>
              <a:ext uri="{FF2B5EF4-FFF2-40B4-BE49-F238E27FC236}">
                <a16:creationId xmlns:a16="http://schemas.microsoft.com/office/drawing/2014/main" id="{E7CC669C-5E68-40A8-8F59-E044A32F4B3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109845" y="999340"/>
            <a:ext cx="5578870" cy="1408770"/>
          </a:xfrm>
          <a:prstGeom prst="rect">
            <a:avLst/>
          </a:prstGeom>
        </p:spPr>
        <p:txBody>
          <a:bodyPr rtlCol="0" anchor="ctr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spc="100" baseline="0"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cxnSp>
        <p:nvCxnSpPr>
          <p:cNvPr id="8" name="直線接點​​(S) 7">
            <a:extLst>
              <a:ext uri="{FF2B5EF4-FFF2-40B4-BE49-F238E27FC236}">
                <a16:creationId xmlns:a16="http://schemas.microsoft.com/office/drawing/2014/main" id="{93EEC13B-7926-4108-B0C5-F3A2A5AE69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689250"/>
            <a:ext cx="1606378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>
            <a:extLst>
              <a:ext uri="{FF2B5EF4-FFF2-40B4-BE49-F238E27FC236}">
                <a16:creationId xmlns:a16="http://schemas.microsoft.com/office/drawing/2014/main" id="{0C546480-8B8D-4EF8-8C6A-DFFAC2755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1559" y="1352736"/>
            <a:ext cx="3037792" cy="657883"/>
          </a:xfrm>
          <a:prstGeom prst="rect">
            <a:avLst/>
          </a:prstGeom>
        </p:spPr>
        <p:txBody>
          <a:bodyPr rtlCol="0" anchor="ctr"/>
          <a:lstStyle>
            <a:lvl1pPr algn="l">
              <a:lnSpc>
                <a:spcPct val="100000"/>
              </a:lnSpc>
              <a:defRPr lang="en-US" sz="2400" spc="100" baseline="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</a:lstStyle>
          <a:p>
            <a:pPr marL="0" lvl="0" indent="0" rtl="0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3278963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採取行動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415B931B-7725-4C86-A82C-07F42F447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397500" y="2009775"/>
            <a:ext cx="6794499" cy="28384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latin typeface="Microsoft JhengHei UI Light" panose="020B0304030504040204" pitchFamily="34" charset="-120"/>
              <a:ea typeface="Microsoft JhengHei UI Light" panose="020B0304030504040204" pitchFamily="34" charset="-120"/>
            </a:endParaRPr>
          </a:p>
        </p:txBody>
      </p:sp>
      <p:sp>
        <p:nvSpPr>
          <p:cNvPr id="13" name="圖片版面配置區 12">
            <a:extLst>
              <a:ext uri="{FF2B5EF4-FFF2-40B4-BE49-F238E27FC236}">
                <a16:creationId xmlns:a16="http://schemas.microsoft.com/office/drawing/2014/main" id="{116D3891-B2BA-4AE6-AAA7-560547F4B5E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6311899" cy="6858000"/>
          </a:xfrm>
          <a:custGeom>
            <a:avLst/>
            <a:gdLst>
              <a:gd name="connsiteX0" fmla="*/ 0 w 6311899"/>
              <a:gd name="connsiteY0" fmla="*/ 0 h 6858000"/>
              <a:gd name="connsiteX1" fmla="*/ 6311899 w 6311899"/>
              <a:gd name="connsiteY1" fmla="*/ 0 h 6858000"/>
              <a:gd name="connsiteX2" fmla="*/ 6311899 w 6311899"/>
              <a:gd name="connsiteY2" fmla="*/ 2009775 h 6858000"/>
              <a:gd name="connsiteX3" fmla="*/ 5397499 w 6311899"/>
              <a:gd name="connsiteY3" fmla="*/ 2009775 h 6858000"/>
              <a:gd name="connsiteX4" fmla="*/ 5397499 w 6311899"/>
              <a:gd name="connsiteY4" fmla="*/ 4848225 h 6858000"/>
              <a:gd name="connsiteX5" fmla="*/ 6311899 w 6311899"/>
              <a:gd name="connsiteY5" fmla="*/ 4848225 h 6858000"/>
              <a:gd name="connsiteX6" fmla="*/ 6311899 w 6311899"/>
              <a:gd name="connsiteY6" fmla="*/ 6858000 h 6858000"/>
              <a:gd name="connsiteX7" fmla="*/ 0 w 6311899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311899" h="6858000">
                <a:moveTo>
                  <a:pt x="0" y="0"/>
                </a:moveTo>
                <a:lnTo>
                  <a:pt x="6311899" y="0"/>
                </a:lnTo>
                <a:lnTo>
                  <a:pt x="6311899" y="2009775"/>
                </a:lnTo>
                <a:lnTo>
                  <a:pt x="5397499" y="2009775"/>
                </a:lnTo>
                <a:lnTo>
                  <a:pt x="5397499" y="4848225"/>
                </a:lnTo>
                <a:lnTo>
                  <a:pt x="6311899" y="4848225"/>
                </a:lnTo>
                <a:lnTo>
                  <a:pt x="6311899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rtlCol="0">
            <a:noAutofit/>
          </a:bodyPr>
          <a:lstStyle>
            <a:lvl1pPr marL="0" indent="0" algn="ctr">
              <a:buNone/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按一下以新增相片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70415A3-6E46-4BC3-B867-3A6A61D0F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en-US" altLang="zh-TW" noProof="0"/>
              <a:t>20XX/8/05</a:t>
            </a:r>
            <a:endParaRPr lang="zh-TW" altLang="en-US" noProof="0"/>
          </a:p>
        </p:txBody>
      </p:sp>
      <p:sp>
        <p:nvSpPr>
          <p:cNvPr id="8" name="頁尾版面配置區 4">
            <a:extLst>
              <a:ext uri="{FF2B5EF4-FFF2-40B4-BE49-F238E27FC236}">
                <a16:creationId xmlns:a16="http://schemas.microsoft.com/office/drawing/2014/main" id="{89831967-45C9-40AF-A955-56E9578BC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19230" y="6356350"/>
            <a:ext cx="3152912" cy="365125"/>
          </a:xfrm>
        </p:spPr>
        <p:txBody>
          <a:bodyPr rtlCol="0"/>
          <a:lstStyle>
            <a:lvl1pPr algn="l">
              <a:defRPr>
                <a:solidFill>
                  <a:schemeClr val="accent6">
                    <a:lumMod val="75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zh-TW" altLang="en-US" noProof="0"/>
              <a:t>會議簡報</a:t>
            </a:r>
          </a:p>
        </p:txBody>
      </p:sp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56167DEC-7546-44F6-AD64-E71C2FF1C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0344" y="6356350"/>
            <a:ext cx="843455" cy="365125"/>
          </a:xfrm>
        </p:spPr>
        <p:txBody>
          <a:bodyPr rtlCol="0"/>
          <a:lstStyle>
            <a:lvl1pPr>
              <a:defRPr>
                <a:solidFill>
                  <a:schemeClr val="accent6">
                    <a:lumMod val="75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18D65601-5AE2-46FC-B138-694DDD2B510D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11" name="內容版面配置區 15">
            <a:extLst>
              <a:ext uri="{FF2B5EF4-FFF2-40B4-BE49-F238E27FC236}">
                <a16:creationId xmlns:a16="http://schemas.microsoft.com/office/drawing/2014/main" id="{61241730-14B7-407E-9517-F4510520D03C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311900" y="3282850"/>
            <a:ext cx="5350010" cy="1030734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  <a:defRPr sz="1400" spc="100" baseline="0">
                <a:solidFill>
                  <a:schemeClr val="bg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2055B60F-1D5E-4B0C-8354-2E7AA187F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1898" y="2471206"/>
            <a:ext cx="5350010" cy="867398"/>
          </a:xfrm>
          <a:prstGeom prst="rect">
            <a:avLst/>
          </a:prstGeom>
        </p:spPr>
        <p:txBody>
          <a:bodyPr rtlCol="0" anchor="ctr"/>
          <a:lstStyle>
            <a:lvl1pPr>
              <a:lnSpc>
                <a:spcPct val="100000"/>
              </a:lnSpc>
              <a:defRPr lang="en-US" sz="2400" spc="100" baseline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</a:lstStyle>
          <a:p>
            <a:pPr marL="0" lvl="0" indent="0" rtl="0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2914552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感謝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圖片版面配置區 10">
            <a:extLst>
              <a:ext uri="{FF2B5EF4-FFF2-40B4-BE49-F238E27FC236}">
                <a16:creationId xmlns:a16="http://schemas.microsoft.com/office/drawing/2014/main" id="{9C6F1ED5-824E-4C14-8D5E-5A0A26C5421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按一下以新增相片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70415A3-6E46-4BC3-B867-3A6A61D0F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en-US" altLang="zh-TW" noProof="0"/>
              <a:t>20XX/8/05</a:t>
            </a:r>
            <a:endParaRPr lang="zh-TW" altLang="en-US" noProof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C1ADF53-2713-40AC-9CC8-AA83770C9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zh-TW" altLang="en-US" noProof="0"/>
              <a:t>會議簡報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BD08A84-ADB1-42C6-A7B1-E5C5A728B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18D65601-5AE2-46FC-B138-694DDD2B510D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9" name="內容版面配置區 15">
            <a:extLst>
              <a:ext uri="{FF2B5EF4-FFF2-40B4-BE49-F238E27FC236}">
                <a16:creationId xmlns:a16="http://schemas.microsoft.com/office/drawing/2014/main" id="{9F762423-7F4E-4A21-8F09-05418F82F9D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078765" y="3267882"/>
            <a:ext cx="3193926" cy="2203224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None/>
              <a:defRPr sz="1400" spc="100" baseline="0">
                <a:solidFill>
                  <a:schemeClr val="accent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E22AE728-7030-4847-B87B-FDB4B86E0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8765" y="2371063"/>
            <a:ext cx="3193926" cy="999451"/>
          </a:xfrm>
          <a:prstGeom prst="rect">
            <a:avLst/>
          </a:prstGeom>
        </p:spPr>
        <p:txBody>
          <a:bodyPr rtlCol="0" anchor="ctr"/>
          <a:lstStyle>
            <a:lvl1pPr>
              <a:lnSpc>
                <a:spcPct val="125000"/>
              </a:lnSpc>
              <a:defRPr lang="en-US" sz="2400" spc="100" baseline="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</a:lstStyle>
          <a:p>
            <a:pPr marL="0" lvl="0" indent="0" rtl="0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9010166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FE8E8CD-4D09-A93F-7B19-4C90719AEAC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0" y="0"/>
            <a:ext cx="6094800" cy="6858000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endParaRPr lang="zh-TW" altLang="en-US" dirty="0"/>
          </a:p>
        </p:txBody>
      </p:sp>
      <p:sp>
        <p:nvSpPr>
          <p:cNvPr id="7" name="內容版面配置區 5">
            <a:extLst>
              <a:ext uri="{FF2B5EF4-FFF2-40B4-BE49-F238E27FC236}">
                <a16:creationId xmlns:a16="http://schemas.microsoft.com/office/drawing/2014/main" id="{814ED2B8-BAF8-EE4F-9CDD-C8B13DF3823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097200" y="0"/>
            <a:ext cx="6094800" cy="6858000"/>
          </a:xfrm>
        </p:spPr>
        <p:txBody>
          <a:bodyPr/>
          <a:lstStyle/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64395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F32C8C7-5C6C-400B-AEC0-4D8178161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en-US" altLang="zh-TW" noProof="0"/>
              <a:t>20XX/8/05</a:t>
            </a:r>
            <a:endParaRPr lang="zh-TW" altLang="en-US" noProof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B7105D6-7B52-4B7D-9473-BCD571A93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zh-TW" altLang="en-US" noProof="0"/>
              <a:t>會議簡報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13EAA0A-7090-4FA3-AD1C-CD4570404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spc="150" baseline="0">
                <a:solidFill>
                  <a:schemeClr val="bg2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18D65601-5AE2-46FC-B138-694DDD2B510D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84DCE26-8B90-4B2C-883A-D5FFC365BF8A}"/>
              </a:ext>
            </a:extLst>
          </p:cNvPr>
          <p:cNvSpPr txBox="1"/>
          <p:nvPr userDrawn="1"/>
        </p:nvSpPr>
        <p:spPr>
          <a:xfrm>
            <a:off x="5637320" y="2974019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endParaRPr lang="zh-TW" altLang="en-US" noProof="0">
              <a:latin typeface="Microsoft JhengHei UI Light" panose="020B0304030504040204" pitchFamily="34" charset="-120"/>
              <a:ea typeface="Microsoft JhengHei UI Light" panose="020B03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37433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1.png"/><Relationship Id="rId4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標題 17">
            <a:extLst>
              <a:ext uri="{FF2B5EF4-FFF2-40B4-BE49-F238E27FC236}">
                <a16:creationId xmlns:a16="http://schemas.microsoft.com/office/drawing/2014/main" id="{F9B274D2-774F-4C24-A448-1EFB461A9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205" y="4965134"/>
            <a:ext cx="4333088" cy="1596004"/>
          </a:xfrm>
        </p:spPr>
        <p:txBody>
          <a:bodyPr rtlCol="0"/>
          <a:lstStyle/>
          <a:p>
            <a:pPr rtl="0"/>
            <a:r>
              <a:rPr lang="en-US" altLang="zh-TW" dirty="0"/>
              <a:t>APP</a:t>
            </a:r>
            <a:r>
              <a:rPr lang="zh-TW" altLang="en-US" dirty="0"/>
              <a:t>實作報告</a:t>
            </a:r>
            <a:br>
              <a:rPr lang="en-US" altLang="zh-TW" dirty="0"/>
            </a:br>
            <a:r>
              <a:rPr lang="zh-TW" altLang="en-US" dirty="0"/>
              <a:t>體重追蹤程式</a:t>
            </a:r>
          </a:p>
        </p:txBody>
      </p:sp>
      <p:pic>
        <p:nvPicPr>
          <p:cNvPr id="74" name="圖片版面配置區 73" descr="三張椅子靠牆的圖片">
            <a:extLst>
              <a:ext uri="{FF2B5EF4-FFF2-40B4-BE49-F238E27FC236}">
                <a16:creationId xmlns:a16="http://schemas.microsoft.com/office/drawing/2014/main" id="{70E8AD59-4DDD-4E2E-A6CA-FF1DE5BD8A4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76500" y="622103"/>
            <a:ext cx="9715500" cy="3720928"/>
          </a:xfrm>
        </p:spPr>
      </p:pic>
      <p:sp>
        <p:nvSpPr>
          <p:cNvPr id="26" name="文字版面配置區 25">
            <a:extLst>
              <a:ext uri="{FF2B5EF4-FFF2-40B4-BE49-F238E27FC236}">
                <a16:creationId xmlns:a16="http://schemas.microsoft.com/office/drawing/2014/main" id="{C022D7CD-E026-4E29-BE4B-3FA7B1EB6A4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96000" y="5763136"/>
            <a:ext cx="2870066" cy="685430"/>
          </a:xfrm>
        </p:spPr>
        <p:txBody>
          <a:bodyPr rtlCol="0" anchor="t"/>
          <a:lstStyle/>
          <a:p>
            <a:pPr algn="ctr" rtl="0"/>
            <a:r>
              <a:rPr lang="zh-TW" altLang="en-US" dirty="0"/>
              <a:t>江惠宇 </a:t>
            </a:r>
            <a:r>
              <a:rPr lang="en-US" altLang="zh-TW" dirty="0"/>
              <a:t>A114510313</a:t>
            </a:r>
          </a:p>
          <a:p>
            <a:pPr algn="ctr"/>
            <a:r>
              <a:rPr lang="zh-TW" altLang="en-US" dirty="0"/>
              <a:t>李冠諺 </a:t>
            </a:r>
            <a:r>
              <a:rPr lang="zh-TW" altLang="zh-TW" dirty="0"/>
              <a:t>A114510368</a:t>
            </a:r>
            <a:endParaRPr lang="en-US" altLang="zh-TW" dirty="0"/>
          </a:p>
          <a:p>
            <a:pPr rtl="0"/>
            <a:r>
              <a:rPr lang="zh-TW" altLang="en-US" dirty="0"/>
              <a:t>　​</a:t>
            </a:r>
          </a:p>
        </p:txBody>
      </p:sp>
    </p:spTree>
    <p:extLst>
      <p:ext uri="{BB962C8B-B14F-4D97-AF65-F5344CB8AC3E}">
        <p14:creationId xmlns:p14="http://schemas.microsoft.com/office/powerpoint/2010/main" val="1401199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版面配置區 9">
            <a:extLst>
              <a:ext uri="{FF2B5EF4-FFF2-40B4-BE49-F238E27FC236}">
                <a16:creationId xmlns:a16="http://schemas.microsoft.com/office/drawing/2014/main" id="{E068C104-B33D-222C-2ACC-B65A98A7557E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3"/>
          <a:srcRect t="5922" r="1" b="5923"/>
          <a:stretch>
            <a:fillRect/>
          </a:stretch>
        </p:blipFill>
        <p:spPr>
          <a:xfrm>
            <a:off x="20" y="9"/>
            <a:ext cx="6095980" cy="6857991"/>
          </a:xfrm>
          <a:prstGeom prst="rect">
            <a:avLst/>
          </a:prstGeom>
          <a:noFill/>
        </p:spPr>
      </p:pic>
      <p:sp>
        <p:nvSpPr>
          <p:cNvPr id="36" name="內容版面配置區 35">
            <a:extLst>
              <a:ext uri="{FF2B5EF4-FFF2-40B4-BE49-F238E27FC236}">
                <a16:creationId xmlns:a16="http://schemas.microsoft.com/office/drawing/2014/main" id="{E729BB73-6CD7-44AA-A8FE-669B7271B5B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101509" y="2431279"/>
            <a:ext cx="4288971" cy="3055121"/>
          </a:xfrm>
        </p:spPr>
        <p:txBody>
          <a:bodyPr rtlCol="0">
            <a:normAutofit/>
          </a:bodyPr>
          <a:lstStyle/>
          <a:p>
            <a:pPr rtl="0"/>
            <a:r>
              <a:rPr lang="zh-TW" altLang="en-US" dirty="0"/>
              <a:t>本程式以上課中教學過的內容，搭配詢問</a:t>
            </a:r>
            <a:r>
              <a:rPr lang="en-US" altLang="zh-TW" dirty="0"/>
              <a:t>AI</a:t>
            </a:r>
            <a:r>
              <a:rPr lang="zh-TW" altLang="en-US" dirty="0"/>
              <a:t>給出的建議合作而成，李冠諺負責在我電腦裡面的環境掛掉時提供測試環境，以及撰寫部分程式。</a:t>
            </a:r>
            <a:endParaRPr lang="en-US" altLang="zh-TW" dirty="0"/>
          </a:p>
          <a:p>
            <a:pPr rtl="0"/>
            <a:r>
              <a:rPr lang="zh-TW" altLang="en-US" dirty="0"/>
              <a:t>那簡單來講就是一個模組化，比較好維護的體重追蹤程式，右圖是我擷取</a:t>
            </a:r>
            <a:r>
              <a:rPr lang="en-US" altLang="zh-TW" dirty="0" err="1"/>
              <a:t>VSCode</a:t>
            </a:r>
            <a:r>
              <a:rPr lang="zh-TW" altLang="en-US" dirty="0"/>
              <a:t>的檔案目錄結構</a:t>
            </a:r>
          </a:p>
        </p:txBody>
      </p:sp>
      <p:sp>
        <p:nvSpPr>
          <p:cNvPr id="43" name="Footer Placeholder 4">
            <a:extLst>
              <a:ext uri="{FF2B5EF4-FFF2-40B4-BE49-F238E27FC236}">
                <a16:creationId xmlns:a16="http://schemas.microsoft.com/office/drawing/2014/main" id="{7623206E-A618-88BB-943F-EF6ED5A80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19230" y="6356350"/>
            <a:ext cx="3152912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zh-TW" altLang="en-US" noProof="0"/>
              <a:t>會議簡報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E6AF1E4-56E5-40D1-BBF3-E94672138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0344" y="6356350"/>
            <a:ext cx="843455" cy="365125"/>
          </a:xfrm>
        </p:spPr>
        <p:txBody>
          <a:bodyPr rtlCol="0" anchor="ctr">
            <a:normAutofit/>
          </a:bodyPr>
          <a:lstStyle/>
          <a:p>
            <a:pPr rtl="0">
              <a:spcAft>
                <a:spcPts val="600"/>
              </a:spcAft>
            </a:pPr>
            <a:fld id="{18D65601-5AE2-46FC-B138-694DDD2B510D}" type="slidenum">
              <a:rPr lang="en-US" altLang="zh-TW" smtClean="0"/>
              <a:pPr rtl="0">
                <a:spcAft>
                  <a:spcPts val="600"/>
                </a:spcAft>
              </a:pPr>
              <a:t>2</a:t>
            </a:fld>
            <a:endParaRPr lang="zh-TW" altLang="en-US"/>
          </a:p>
        </p:txBody>
      </p:sp>
      <p:sp>
        <p:nvSpPr>
          <p:cNvPr id="27" name="文字版面配置區 26">
            <a:extLst>
              <a:ext uri="{FF2B5EF4-FFF2-40B4-BE49-F238E27FC236}">
                <a16:creationId xmlns:a16="http://schemas.microsoft.com/office/drawing/2014/main" id="{8CB3BA1F-61EC-43EA-B954-8D7BA548F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1506" y="1761891"/>
            <a:ext cx="4288971" cy="532862"/>
          </a:xfrm>
        </p:spPr>
        <p:txBody>
          <a:bodyPr rtlCol="0" anchor="ctr">
            <a:normAutofit/>
          </a:bodyPr>
          <a:lstStyle/>
          <a:p>
            <a:pPr rtl="0"/>
            <a:r>
              <a:rPr lang="zh-TW" altLang="en-US" dirty="0"/>
              <a:t>製作​</a:t>
            </a:r>
          </a:p>
        </p:txBody>
      </p:sp>
    </p:spTree>
    <p:extLst>
      <p:ext uri="{BB962C8B-B14F-4D97-AF65-F5344CB8AC3E}">
        <p14:creationId xmlns:p14="http://schemas.microsoft.com/office/powerpoint/2010/main" val="660747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0929B-E89F-E7EA-51C8-5D4C7F80A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版面配置區 5">
            <a:extLst>
              <a:ext uri="{FF2B5EF4-FFF2-40B4-BE49-F238E27FC236}">
                <a16:creationId xmlns:a16="http://schemas.microsoft.com/office/drawing/2014/main" id="{6C26CA1E-ABF2-675B-1DA0-92E31C28894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-2" t="-63" r="2" b="-165"/>
          <a:stretch>
            <a:fillRect/>
          </a:stretch>
        </p:blipFill>
        <p:spPr>
          <a:xfrm>
            <a:off x="142048" y="2399234"/>
            <a:ext cx="5578870" cy="4322242"/>
          </a:xfrm>
          <a:prstGeom prst="rect">
            <a:avLst/>
          </a:prstGeom>
          <a:noFill/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879B0CC-01C0-E2AB-3936-AE0FB6C16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 anchor="ctr">
            <a:normAutofit/>
          </a:bodyPr>
          <a:lstStyle/>
          <a:p>
            <a:pPr rtl="0">
              <a:spcAft>
                <a:spcPts val="600"/>
              </a:spcAft>
            </a:pPr>
            <a:fld id="{18D65601-5AE2-46FC-B138-694DDD2B510D}" type="slidenum">
              <a:rPr lang="en-US" altLang="zh-TW" smtClean="0"/>
              <a:pPr rtl="0">
                <a:spcAft>
                  <a:spcPts val="600"/>
                </a:spcAft>
              </a:pPr>
              <a:t>3</a:t>
            </a:fld>
            <a:endParaRPr lang="zh-TW" altLang="en-US"/>
          </a:p>
        </p:txBody>
      </p:sp>
      <p:sp>
        <p:nvSpPr>
          <p:cNvPr id="36" name="內容版面配置區 35">
            <a:extLst>
              <a:ext uri="{FF2B5EF4-FFF2-40B4-BE49-F238E27FC236}">
                <a16:creationId xmlns:a16="http://schemas.microsoft.com/office/drawing/2014/main" id="{4DC8A154-845F-7154-78FE-1BB2A42A2B3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109845" y="999340"/>
            <a:ext cx="5578870" cy="1408770"/>
          </a:xfrm>
        </p:spPr>
        <p:txBody>
          <a:bodyPr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zh-TW" dirty="0"/>
              <a:t>使用 dart:io 的 stdin.readLineSync() 獲取輸入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zh-TW" dirty="0"/>
              <a:t>使用 if/else 進行 BMI 區間判斷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zh-TW" dirty="0"/>
              <a:t>BMI = 體重(kg) / (身高(m))²</a:t>
            </a:r>
            <a:endParaRPr lang="en-US" altLang="zh-TW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/>
              <a:t>驗證輸入內容</a:t>
            </a:r>
            <a:endParaRPr lang="zh-TW" altLang="zh-TW" dirty="0"/>
          </a:p>
        </p:txBody>
      </p:sp>
      <p:sp>
        <p:nvSpPr>
          <p:cNvPr id="27" name="文字版面配置區 26">
            <a:extLst>
              <a:ext uri="{FF2B5EF4-FFF2-40B4-BE49-F238E27FC236}">
                <a16:creationId xmlns:a16="http://schemas.microsoft.com/office/drawing/2014/main" id="{1C1158EF-F31E-38FA-AE07-E306A49FB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1559" y="1352736"/>
            <a:ext cx="3037792" cy="657883"/>
          </a:xfrm>
        </p:spPr>
        <p:txBody>
          <a:bodyPr rtlCol="0" anchor="ctr">
            <a:normAutofit/>
          </a:bodyPr>
          <a:lstStyle/>
          <a:p>
            <a:pPr rtl="0"/>
            <a:r>
              <a:rPr lang="zh-TW" altLang="en-US" dirty="0"/>
              <a:t>功能​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1794B86F-2029-ADFF-75C9-615C693212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0918" y="2399234"/>
            <a:ext cx="5632882" cy="4322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62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0E407-23FD-1C6A-9EDD-88B578961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3AC9C88-7A9D-E741-3E9F-35262B5A2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 anchor="ctr">
            <a:normAutofit/>
          </a:bodyPr>
          <a:lstStyle/>
          <a:p>
            <a:pPr rtl="0">
              <a:spcAft>
                <a:spcPts val="600"/>
              </a:spcAft>
            </a:pPr>
            <a:fld id="{18D65601-5AE2-46FC-B138-694DDD2B510D}" type="slidenum">
              <a:rPr lang="en-US" altLang="zh-TW" smtClean="0"/>
              <a:pPr rtl="0">
                <a:spcAft>
                  <a:spcPts val="600"/>
                </a:spcAft>
              </a:pPr>
              <a:t>4</a:t>
            </a:fld>
            <a:endParaRPr lang="zh-TW" altLang="en-US"/>
          </a:p>
        </p:txBody>
      </p:sp>
      <p:sp>
        <p:nvSpPr>
          <p:cNvPr id="36" name="內容版面配置區 35">
            <a:extLst>
              <a:ext uri="{FF2B5EF4-FFF2-40B4-BE49-F238E27FC236}">
                <a16:creationId xmlns:a16="http://schemas.microsoft.com/office/drawing/2014/main" id="{6B62C74D-1555-565F-F5B8-D9CA537D311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109845" y="999340"/>
            <a:ext cx="5578870" cy="1408770"/>
          </a:xfrm>
        </p:spPr>
        <p:txBody>
          <a:bodyPr rtlCol="0" anchor="ctr">
            <a:normAutofit/>
          </a:bodyPr>
          <a:lstStyle/>
          <a:p>
            <a:r>
              <a:rPr lang="zh-TW" altLang="en-US" dirty="0"/>
              <a:t>畢竟是要做一個紀錄軟體，不能資料一斷電或離開程式就消失不見，但我們寫不出來。</a:t>
            </a:r>
            <a:endParaRPr lang="en-US" altLang="zh-TW" dirty="0"/>
          </a:p>
          <a:p>
            <a:r>
              <a:rPr lang="zh-TW" altLang="en-US" dirty="0"/>
              <a:t>因此這部份我們詢問</a:t>
            </a:r>
            <a:r>
              <a:rPr lang="en-US" altLang="zh-TW" dirty="0"/>
              <a:t>AI</a:t>
            </a:r>
            <a:r>
              <a:rPr lang="zh-TW" altLang="en-US" dirty="0"/>
              <a:t>。我們依照</a:t>
            </a:r>
            <a:r>
              <a:rPr lang="en-US" altLang="zh-TW" dirty="0"/>
              <a:t>AI</a:t>
            </a:r>
            <a:r>
              <a:rPr lang="zh-TW" altLang="en-US" dirty="0"/>
              <a:t>的建議將資料變成</a:t>
            </a:r>
            <a:r>
              <a:rPr lang="en-US" altLang="zh-TW" dirty="0" err="1"/>
              <a:t>json</a:t>
            </a:r>
            <a:r>
              <a:rPr lang="zh-TW" altLang="en-US" dirty="0"/>
              <a:t>檔案紀錄使用者輸入的資訊。</a:t>
            </a:r>
            <a:endParaRPr lang="zh-TW" altLang="zh-TW" dirty="0"/>
          </a:p>
        </p:txBody>
      </p:sp>
      <p:sp>
        <p:nvSpPr>
          <p:cNvPr id="27" name="文字版面配置區 26">
            <a:extLst>
              <a:ext uri="{FF2B5EF4-FFF2-40B4-BE49-F238E27FC236}">
                <a16:creationId xmlns:a16="http://schemas.microsoft.com/office/drawing/2014/main" id="{36281557-9267-8D14-47A0-A58B35938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1559" y="1352736"/>
            <a:ext cx="3037792" cy="657883"/>
          </a:xfrm>
        </p:spPr>
        <p:txBody>
          <a:bodyPr rtlCol="0" anchor="ctr">
            <a:normAutofit/>
          </a:bodyPr>
          <a:lstStyle/>
          <a:p>
            <a:pPr rtl="0"/>
            <a:r>
              <a:rPr lang="zh-TW" altLang="en-US" dirty="0"/>
              <a:t>紀錄​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2F31F8FD-00A2-401E-C706-C1716C5ADB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C7F20F2C-E561-A22E-FD1D-EB8925BBB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04628"/>
            <a:ext cx="5578870" cy="4053369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F95B4EAD-E8E4-737B-B3D4-E1FEC11D37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8871" y="2804628"/>
            <a:ext cx="6613130" cy="4053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292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4F3F3-EB2D-7B19-C4E1-4286ED7BC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版面配置區 3">
            <a:extLst>
              <a:ext uri="{FF2B5EF4-FFF2-40B4-BE49-F238E27FC236}">
                <a16:creationId xmlns:a16="http://schemas.microsoft.com/office/drawing/2014/main" id="{21DF5333-5370-A305-77FD-CDC745B3FC47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3"/>
          <a:srcRect l="250" t="1" r="162" b="1"/>
          <a:stretch>
            <a:fillRect/>
          </a:stretch>
        </p:blipFill>
        <p:spPr>
          <a:xfrm>
            <a:off x="0" y="0"/>
            <a:ext cx="6530109" cy="6858000"/>
          </a:xfrm>
          <a:prstGeom prst="rect">
            <a:avLst/>
          </a:prstGeom>
          <a:noFill/>
        </p:spPr>
      </p:pic>
      <p:sp>
        <p:nvSpPr>
          <p:cNvPr id="36" name="內容版面配置區 35">
            <a:extLst>
              <a:ext uri="{FF2B5EF4-FFF2-40B4-BE49-F238E27FC236}">
                <a16:creationId xmlns:a16="http://schemas.microsoft.com/office/drawing/2014/main" id="{105BA7C0-2416-B419-70C6-26BBC28379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101509" y="2431279"/>
            <a:ext cx="4288971" cy="3055121"/>
          </a:xfrm>
        </p:spPr>
        <p:txBody>
          <a:bodyPr rtlCol="0">
            <a:normAutofit/>
          </a:bodyPr>
          <a:lstStyle/>
          <a:p>
            <a:r>
              <a:rPr lang="zh-TW" altLang="en-US" dirty="0"/>
              <a:t>就是錯誤處理，避免使用者輸入錯誤的數值導致程式直接掛掉給你看</a:t>
            </a:r>
            <a:endParaRPr lang="zh-TW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DF81782-29C8-A553-572D-C0DA34802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0344" y="6356350"/>
            <a:ext cx="843455" cy="365125"/>
          </a:xfrm>
        </p:spPr>
        <p:txBody>
          <a:bodyPr rtlCol="0" anchor="ctr">
            <a:normAutofit/>
          </a:bodyPr>
          <a:lstStyle/>
          <a:p>
            <a:pPr rtl="0">
              <a:spcAft>
                <a:spcPts val="600"/>
              </a:spcAft>
            </a:pPr>
            <a:fld id="{18D65601-5AE2-46FC-B138-694DDD2B510D}" type="slidenum">
              <a:rPr lang="en-US" altLang="zh-TW" smtClean="0"/>
              <a:pPr rtl="0">
                <a:spcAft>
                  <a:spcPts val="600"/>
                </a:spcAft>
              </a:pPr>
              <a:t>5</a:t>
            </a:fld>
            <a:endParaRPr lang="zh-TW" altLang="en-US"/>
          </a:p>
        </p:txBody>
      </p:sp>
      <p:sp>
        <p:nvSpPr>
          <p:cNvPr id="27" name="文字版面配置區 26">
            <a:extLst>
              <a:ext uri="{FF2B5EF4-FFF2-40B4-BE49-F238E27FC236}">
                <a16:creationId xmlns:a16="http://schemas.microsoft.com/office/drawing/2014/main" id="{C1477AC1-E1A6-561B-7D4A-D19CB97C4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1506" y="1761891"/>
            <a:ext cx="4288971" cy="532862"/>
          </a:xfrm>
        </p:spPr>
        <p:txBody>
          <a:bodyPr rtlCol="0" anchor="ctr">
            <a:normAutofit/>
          </a:bodyPr>
          <a:lstStyle/>
          <a:p>
            <a:pPr rtl="0"/>
            <a:r>
              <a:rPr lang="zh-TW" altLang="en-US" dirty="0"/>
              <a:t>錯誤處理</a:t>
            </a:r>
          </a:p>
        </p:txBody>
      </p:sp>
    </p:spTree>
    <p:extLst>
      <p:ext uri="{BB962C8B-B14F-4D97-AF65-F5344CB8AC3E}">
        <p14:creationId xmlns:p14="http://schemas.microsoft.com/office/powerpoint/2010/main" val="2346417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6040D-A753-BBE2-08B4-16236977B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內容版面配置區 35">
            <a:extLst>
              <a:ext uri="{FF2B5EF4-FFF2-40B4-BE49-F238E27FC236}">
                <a16:creationId xmlns:a16="http://schemas.microsoft.com/office/drawing/2014/main" id="{6989306F-0A18-1BC1-6EC3-F1F51412483A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101509" y="2431279"/>
            <a:ext cx="4288971" cy="3055121"/>
          </a:xfrm>
        </p:spPr>
        <p:txBody>
          <a:bodyPr rtlCol="0">
            <a:normAutofit/>
          </a:bodyPr>
          <a:lstStyle/>
          <a:p>
            <a:r>
              <a:rPr lang="zh-TW" altLang="en-US" dirty="0"/>
              <a:t>我們將此程式分為三個可以給使用者輸入的指令，分別可以啟動以下功能</a:t>
            </a:r>
            <a:r>
              <a:rPr lang="en-US" altLang="zh-TW" dirty="0"/>
              <a:t>: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TW" dirty="0" err="1"/>
              <a:t>bmi</a:t>
            </a:r>
            <a:r>
              <a:rPr lang="en-US" altLang="zh-TW" dirty="0"/>
              <a:t>:</a:t>
            </a:r>
            <a:r>
              <a:rPr lang="zh-TW" altLang="en-US" dirty="0"/>
              <a:t>顧名思義，</a:t>
            </a:r>
            <a:r>
              <a:rPr lang="en-US" altLang="zh-TW" dirty="0" err="1"/>
              <a:t>bmi</a:t>
            </a:r>
            <a:r>
              <a:rPr lang="zh-TW" altLang="en-US" dirty="0"/>
              <a:t>的計算</a:t>
            </a:r>
            <a:endParaRPr lang="en-US" altLang="zh-TW" dirty="0"/>
          </a:p>
          <a:p>
            <a:pPr marL="342900" indent="-342900">
              <a:buFont typeface="+mj-lt"/>
              <a:buAutoNum type="arabicPeriod"/>
            </a:pPr>
            <a:r>
              <a:rPr lang="en-US" altLang="zh-TW" dirty="0"/>
              <a:t>history:</a:t>
            </a:r>
            <a:r>
              <a:rPr lang="zh-TW" altLang="en-US" dirty="0"/>
              <a:t>列出歷史紀錄</a:t>
            </a:r>
            <a:endParaRPr lang="en-US" altLang="zh-TW" dirty="0"/>
          </a:p>
          <a:p>
            <a:pPr marL="342900" indent="-342900">
              <a:buFont typeface="+mj-lt"/>
              <a:buAutoNum type="arabicPeriod"/>
            </a:pPr>
            <a:r>
              <a:rPr lang="en-US" altLang="zh-TW" dirty="0"/>
              <a:t>exit:</a:t>
            </a:r>
            <a:r>
              <a:rPr lang="zh-TW" altLang="en-US" dirty="0"/>
              <a:t>離開</a:t>
            </a:r>
            <a:endParaRPr lang="zh-TW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8580EEC-048D-AE87-A639-80A0356F7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0344" y="6356350"/>
            <a:ext cx="843455" cy="365125"/>
          </a:xfrm>
        </p:spPr>
        <p:txBody>
          <a:bodyPr rtlCol="0" anchor="ctr">
            <a:normAutofit/>
          </a:bodyPr>
          <a:lstStyle/>
          <a:p>
            <a:pPr rtl="0">
              <a:spcAft>
                <a:spcPts val="600"/>
              </a:spcAft>
            </a:pPr>
            <a:fld id="{18D65601-5AE2-46FC-B138-694DDD2B510D}" type="slidenum">
              <a:rPr lang="en-US" altLang="zh-TW" smtClean="0"/>
              <a:pPr rtl="0">
                <a:spcAft>
                  <a:spcPts val="600"/>
                </a:spcAft>
              </a:pPr>
              <a:t>6</a:t>
            </a:fld>
            <a:endParaRPr lang="zh-TW" altLang="en-US"/>
          </a:p>
        </p:txBody>
      </p:sp>
      <p:sp>
        <p:nvSpPr>
          <p:cNvPr id="27" name="文字版面配置區 26">
            <a:extLst>
              <a:ext uri="{FF2B5EF4-FFF2-40B4-BE49-F238E27FC236}">
                <a16:creationId xmlns:a16="http://schemas.microsoft.com/office/drawing/2014/main" id="{F119292F-D110-A787-B261-87A0EF53F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1506" y="1761891"/>
            <a:ext cx="4288971" cy="532862"/>
          </a:xfrm>
        </p:spPr>
        <p:txBody>
          <a:bodyPr rtlCol="0" anchor="ctr">
            <a:normAutofit/>
          </a:bodyPr>
          <a:lstStyle/>
          <a:p>
            <a:pPr rtl="0"/>
            <a:r>
              <a:rPr lang="zh-TW" altLang="en-US" dirty="0"/>
              <a:t>運行</a:t>
            </a:r>
          </a:p>
        </p:txBody>
      </p:sp>
      <p:pic>
        <p:nvPicPr>
          <p:cNvPr id="7" name="圖片版面配置區 6">
            <a:extLst>
              <a:ext uri="{FF2B5EF4-FFF2-40B4-BE49-F238E27FC236}">
                <a16:creationId xmlns:a16="http://schemas.microsoft.com/office/drawing/2014/main" id="{30A6F83D-8C66-12FB-8849-A12AA2BEFF09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3"/>
          <a:srcRect l="130" t="-270" b="-2"/>
          <a:stretch>
            <a:fillRect/>
          </a:stretch>
        </p:blipFill>
        <p:spPr>
          <a:xfrm>
            <a:off x="723900" y="561975"/>
            <a:ext cx="6048375" cy="5734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526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23325-8BAD-FBA2-C38A-80F50516F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內容版面配置區 35">
            <a:extLst>
              <a:ext uri="{FF2B5EF4-FFF2-40B4-BE49-F238E27FC236}">
                <a16:creationId xmlns:a16="http://schemas.microsoft.com/office/drawing/2014/main" id="{9292E388-7FC5-45A5-7AEF-7A9E142EDCE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101509" y="2431279"/>
            <a:ext cx="4288971" cy="3055121"/>
          </a:xfrm>
        </p:spPr>
        <p:txBody>
          <a:bodyPr rtlCol="0">
            <a:normAutofit/>
          </a:bodyPr>
          <a:lstStyle/>
          <a:p>
            <a:r>
              <a:rPr lang="zh-TW" altLang="zh-TW" dirty="0"/>
              <a:t>引入 CommandRunner 架構</a:t>
            </a:r>
            <a:endParaRPr lang="en-US" altLang="zh-TW"/>
          </a:p>
          <a:p>
            <a:r>
              <a:rPr lang="zh-TW" altLang="zh-TW"/>
              <a:t>增加 </a:t>
            </a:r>
            <a:r>
              <a:rPr lang="zh-TW" altLang="zh-TW" dirty="0"/>
              <a:t>BMR 與 TDEE 計算指標</a:t>
            </a:r>
          </a:p>
          <a:p>
            <a:r>
              <a:rPr lang="zh-TW" altLang="zh-TW" dirty="0"/>
              <a:t>匯出 CSV/Excel 報表功能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0A33907-600E-A497-239C-5BB0975D5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0344" y="6356350"/>
            <a:ext cx="843455" cy="365125"/>
          </a:xfrm>
        </p:spPr>
        <p:txBody>
          <a:bodyPr rtlCol="0" anchor="ctr">
            <a:normAutofit/>
          </a:bodyPr>
          <a:lstStyle/>
          <a:p>
            <a:pPr rtl="0">
              <a:spcAft>
                <a:spcPts val="600"/>
              </a:spcAft>
            </a:pPr>
            <a:fld id="{18D65601-5AE2-46FC-B138-694DDD2B510D}" type="slidenum">
              <a:rPr lang="en-US" altLang="zh-TW" smtClean="0"/>
              <a:pPr rtl="0">
                <a:spcAft>
                  <a:spcPts val="600"/>
                </a:spcAft>
              </a:pPr>
              <a:t>7</a:t>
            </a:fld>
            <a:endParaRPr lang="zh-TW" altLang="en-US"/>
          </a:p>
        </p:txBody>
      </p:sp>
      <p:sp>
        <p:nvSpPr>
          <p:cNvPr id="27" name="文字版面配置區 26">
            <a:extLst>
              <a:ext uri="{FF2B5EF4-FFF2-40B4-BE49-F238E27FC236}">
                <a16:creationId xmlns:a16="http://schemas.microsoft.com/office/drawing/2014/main" id="{2DC36288-5CAE-837E-1300-34FC83559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1506" y="1761891"/>
            <a:ext cx="4288971" cy="532862"/>
          </a:xfrm>
        </p:spPr>
        <p:txBody>
          <a:bodyPr rtlCol="0" anchor="ctr">
            <a:normAutofit fontScale="90000"/>
          </a:bodyPr>
          <a:lstStyle/>
          <a:p>
            <a:pPr rtl="0"/>
            <a:r>
              <a:rPr lang="zh-TW" altLang="en-US" dirty="0"/>
              <a:t>我們覺得以後可以新增的東西</a:t>
            </a:r>
          </a:p>
        </p:txBody>
      </p:sp>
    </p:spTree>
    <p:extLst>
      <p:ext uri="{BB962C8B-B14F-4D97-AF65-F5344CB8AC3E}">
        <p14:creationId xmlns:p14="http://schemas.microsoft.com/office/powerpoint/2010/main" val="340563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B6ED5-615C-4787-7C67-33D09D9CF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60BCB7FB-8EB2-1FF1-3790-D207A8D15D2B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6094801" cy="6858000"/>
          </a:xfrm>
          <a:prstGeom prst="rect">
            <a:avLst/>
          </a:prstGeom>
          <a:ln>
            <a:noFill/>
          </a:ln>
        </p:spPr>
      </p:pic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3DF09CEB-AFB8-7757-D368-C3BB5DCAC9F0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4"/>
          <a:stretch>
            <a:fillRect/>
          </a:stretch>
        </p:blipFill>
        <p:spPr>
          <a:xfrm>
            <a:off x="6094800" y="0"/>
            <a:ext cx="6120000" cy="6886353"/>
          </a:xfrm>
          <a:prstGeom prst="rect">
            <a:avLst/>
          </a:prstGeom>
          <a:ln>
            <a:noFill/>
          </a:ln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82AF16A6-C7D6-5816-6AEA-1AD0C25449D0}"/>
              </a:ext>
            </a:extLst>
          </p:cNvPr>
          <p:cNvSpPr txBox="1"/>
          <p:nvPr/>
        </p:nvSpPr>
        <p:spPr>
          <a:xfrm>
            <a:off x="4330545" y="2921169"/>
            <a:ext cx="3530911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6000" dirty="0">
                <a:solidFill>
                  <a:srgbClr val="F8C2D9"/>
                </a:solidFill>
                <a:latin typeface="+mj-lt"/>
              </a:rPr>
              <a:t>報告</a:t>
            </a:r>
            <a:r>
              <a:rPr lang="zh-TW" altLang="en-US" sz="6000" dirty="0">
                <a:solidFill>
                  <a:srgbClr val="1990FE"/>
                </a:solidFill>
                <a:latin typeface="+mj-lt"/>
              </a:rPr>
              <a:t>結束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6560B95E-FF1E-7C3B-1DFE-149FF13E88A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2871" t="1278" r="6873" b="13021"/>
          <a:stretch>
            <a:fillRect/>
          </a:stretch>
        </p:blipFill>
        <p:spPr>
          <a:xfrm>
            <a:off x="1481836" y="1842653"/>
            <a:ext cx="3131128" cy="5015347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88E70278-8133-E05F-C790-CC3430F506D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2871" t="1278" r="6873" b="13021"/>
          <a:stretch>
            <a:fillRect/>
          </a:stretch>
        </p:blipFill>
        <p:spPr>
          <a:xfrm flipH="1">
            <a:off x="7576637" y="1842653"/>
            <a:ext cx="3131128" cy="5015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45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Custom 2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8696B"/>
      </a:accent1>
      <a:accent2>
        <a:srgbClr val="95B8BF"/>
      </a:accent2>
      <a:accent3>
        <a:srgbClr val="BFD4D9"/>
      </a:accent3>
      <a:accent4>
        <a:srgbClr val="5B4839"/>
      </a:accent4>
      <a:accent5>
        <a:srgbClr val="C3A398"/>
      </a:accent5>
      <a:accent6>
        <a:srgbClr val="CA553E"/>
      </a:accent6>
      <a:hlink>
        <a:srgbClr val="0563C1"/>
      </a:hlink>
      <a:folHlink>
        <a:srgbClr val="954F72"/>
      </a:folHlink>
    </a:clrScheme>
    <a:fontScheme name="Custom 30">
      <a:majorFont>
        <a:latin typeface="Tisa Offc Serif Pro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accent5">
              <a:lumMod val="20000"/>
              <a:lumOff val="8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_59945386_TF78544816_Win32" id="{9E63F1E3-28E5-483A-B659-61289534B460}" vid="{AD1DE065-60B4-4853-9CC3-BCBE3EC4F98D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1" ma:contentTypeDescription="Create a new document." ma:contentTypeScope="" ma:versionID="64dfb1555687e0874b4304b796b5b0c7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6e4c555b5e194d05b7203de9c4567b3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9B3369-3F0F-499C-9EE7-8EC46B6E8A79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AC34B31-7353-4357-814E-0E5916A110F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1DE3569-F02A-48B1-8F6E-F11E8BF8707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新式會議簡報</Template>
  <TotalTime>96</TotalTime>
  <Words>279</Words>
  <Application>Microsoft Office PowerPoint</Application>
  <PresentationFormat>寬螢幕</PresentationFormat>
  <Paragraphs>42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2" baseType="lpstr">
      <vt:lpstr>Microsoft JhengHei UI</vt:lpstr>
      <vt:lpstr>Microsoft JhengHei UI Light</vt:lpstr>
      <vt:lpstr>Arial</vt:lpstr>
      <vt:lpstr>Office 佈景主題</vt:lpstr>
      <vt:lpstr>APP實作報告 體重追蹤程式</vt:lpstr>
      <vt:lpstr>製作​</vt:lpstr>
      <vt:lpstr>功能​</vt:lpstr>
      <vt:lpstr>紀錄​</vt:lpstr>
      <vt:lpstr>錯誤處理</vt:lpstr>
      <vt:lpstr>運行</vt:lpstr>
      <vt:lpstr>我們覺得以後可以新增的東西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惠 筱</dc:creator>
  <cp:lastModifiedBy>惠 筱</cp:lastModifiedBy>
  <cp:revision>4</cp:revision>
  <dcterms:created xsi:type="dcterms:W3CDTF">2026-06-16T18:49:58Z</dcterms:created>
  <dcterms:modified xsi:type="dcterms:W3CDTF">2026-06-17T04:15:45Z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